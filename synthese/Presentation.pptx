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ACBA6B-BE78-4338-9996-88724D3FEC88}" type="doc">
      <dgm:prSet loTypeId="urn:microsoft.com/office/officeart/2005/8/layout/default" loCatId="list" qsTypeId="urn:microsoft.com/office/officeart/2005/8/quickstyle/simple4" qsCatId="simple" csTypeId="urn:microsoft.com/office/officeart/2005/8/colors/colorful2" csCatId="colorful"/>
      <dgm:spPr/>
      <dgm:t>
        <a:bodyPr/>
        <a:lstStyle/>
        <a:p>
          <a:endParaRPr lang="en-US"/>
        </a:p>
      </dgm:t>
    </dgm:pt>
    <dgm:pt modelId="{760CF032-2594-4F17-94D4-D5C9A3B62F7D}">
      <dgm:prSet/>
      <dgm:spPr/>
      <dgm:t>
        <a:bodyPr/>
        <a:lstStyle/>
        <a:p>
          <a:r>
            <a:rPr lang="fr-CA"/>
            <a:t>React</a:t>
          </a:r>
          <a:endParaRPr lang="en-US"/>
        </a:p>
      </dgm:t>
    </dgm:pt>
    <dgm:pt modelId="{01D049B6-4DE9-4D41-9F65-A5148051B36D}" type="parTrans" cxnId="{E7D14145-0441-4F28-B974-7C7EB8441476}">
      <dgm:prSet/>
      <dgm:spPr/>
      <dgm:t>
        <a:bodyPr/>
        <a:lstStyle/>
        <a:p>
          <a:endParaRPr lang="en-US"/>
        </a:p>
      </dgm:t>
    </dgm:pt>
    <dgm:pt modelId="{224171AB-4C19-41F4-88E5-5192B32FBE60}" type="sibTrans" cxnId="{E7D14145-0441-4F28-B974-7C7EB8441476}">
      <dgm:prSet/>
      <dgm:spPr/>
      <dgm:t>
        <a:bodyPr/>
        <a:lstStyle/>
        <a:p>
          <a:endParaRPr lang="en-US"/>
        </a:p>
      </dgm:t>
    </dgm:pt>
    <dgm:pt modelId="{823A6608-EFFA-4080-9034-97BC9ACBFE2D}">
      <dgm:prSet/>
      <dgm:spPr/>
      <dgm:t>
        <a:bodyPr/>
        <a:lstStyle/>
        <a:p>
          <a:r>
            <a:rPr lang="fr-CA"/>
            <a:t>Spring</a:t>
          </a:r>
          <a:endParaRPr lang="en-US"/>
        </a:p>
      </dgm:t>
    </dgm:pt>
    <dgm:pt modelId="{A4B56BC1-DF2F-44A0-83B3-763AB312BA8D}" type="parTrans" cxnId="{1B9F7358-D717-42C7-9D1D-6D764D1221F5}">
      <dgm:prSet/>
      <dgm:spPr/>
      <dgm:t>
        <a:bodyPr/>
        <a:lstStyle/>
        <a:p>
          <a:endParaRPr lang="en-US"/>
        </a:p>
      </dgm:t>
    </dgm:pt>
    <dgm:pt modelId="{AB39B41E-E4F2-4E95-B7E6-54A151BC9479}" type="sibTrans" cxnId="{1B9F7358-D717-42C7-9D1D-6D764D1221F5}">
      <dgm:prSet/>
      <dgm:spPr/>
      <dgm:t>
        <a:bodyPr/>
        <a:lstStyle/>
        <a:p>
          <a:endParaRPr lang="en-US"/>
        </a:p>
      </dgm:t>
    </dgm:pt>
    <dgm:pt modelId="{7907B665-B640-45D3-A2F1-7F6B6AFF8473}">
      <dgm:prSet/>
      <dgm:spPr/>
      <dgm:t>
        <a:bodyPr/>
        <a:lstStyle/>
        <a:p>
          <a:r>
            <a:rPr lang="fr-CA"/>
            <a:t>Spring Security</a:t>
          </a:r>
          <a:endParaRPr lang="en-US"/>
        </a:p>
      </dgm:t>
    </dgm:pt>
    <dgm:pt modelId="{1F7A3AA9-8046-48C5-B7AB-CDADB1CF9097}" type="parTrans" cxnId="{F3825B40-7D21-47EB-A3E4-236F3CF5E105}">
      <dgm:prSet/>
      <dgm:spPr/>
      <dgm:t>
        <a:bodyPr/>
        <a:lstStyle/>
        <a:p>
          <a:endParaRPr lang="en-US"/>
        </a:p>
      </dgm:t>
    </dgm:pt>
    <dgm:pt modelId="{02810710-7F7F-4DCF-81BE-F1B2A0BA6A9C}" type="sibTrans" cxnId="{F3825B40-7D21-47EB-A3E4-236F3CF5E105}">
      <dgm:prSet/>
      <dgm:spPr/>
      <dgm:t>
        <a:bodyPr/>
        <a:lstStyle/>
        <a:p>
          <a:endParaRPr lang="en-US"/>
        </a:p>
      </dgm:t>
    </dgm:pt>
    <dgm:pt modelId="{F65E2150-E442-47DB-A3BB-A19DFAD2DAD9}">
      <dgm:prSet/>
      <dgm:spPr/>
      <dgm:t>
        <a:bodyPr/>
        <a:lstStyle/>
        <a:p>
          <a:r>
            <a:rPr lang="fr-CA"/>
            <a:t>Tailwind CSS</a:t>
          </a:r>
          <a:endParaRPr lang="en-US"/>
        </a:p>
      </dgm:t>
    </dgm:pt>
    <dgm:pt modelId="{F5C1258B-FBF9-4845-9287-524147C53F6C}" type="parTrans" cxnId="{AD46DCBE-5F8F-4C0E-8A08-96AADE1C25F2}">
      <dgm:prSet/>
      <dgm:spPr/>
      <dgm:t>
        <a:bodyPr/>
        <a:lstStyle/>
        <a:p>
          <a:endParaRPr lang="en-US"/>
        </a:p>
      </dgm:t>
    </dgm:pt>
    <dgm:pt modelId="{B43BC90A-2477-4B5F-AC69-E4CBB1B94AB5}" type="sibTrans" cxnId="{AD46DCBE-5F8F-4C0E-8A08-96AADE1C25F2}">
      <dgm:prSet/>
      <dgm:spPr/>
      <dgm:t>
        <a:bodyPr/>
        <a:lstStyle/>
        <a:p>
          <a:endParaRPr lang="en-US"/>
        </a:p>
      </dgm:t>
    </dgm:pt>
    <dgm:pt modelId="{8CA66ADA-D253-4188-B114-D7F253EE670E}">
      <dgm:prSet/>
      <dgm:spPr/>
      <dgm:t>
        <a:bodyPr/>
        <a:lstStyle/>
        <a:p>
          <a:r>
            <a:rPr lang="fr-CA"/>
            <a:t>Axios</a:t>
          </a:r>
          <a:endParaRPr lang="en-US"/>
        </a:p>
      </dgm:t>
    </dgm:pt>
    <dgm:pt modelId="{5FDCA8C3-2929-4391-BF49-6DF6243E48CC}" type="parTrans" cxnId="{00FAA05E-C4C9-4CB8-9686-126B424E731F}">
      <dgm:prSet/>
      <dgm:spPr/>
      <dgm:t>
        <a:bodyPr/>
        <a:lstStyle/>
        <a:p>
          <a:endParaRPr lang="en-US"/>
        </a:p>
      </dgm:t>
    </dgm:pt>
    <dgm:pt modelId="{DC315EF5-BC0C-41BD-86F5-68866CB9B79F}" type="sibTrans" cxnId="{00FAA05E-C4C9-4CB8-9686-126B424E731F}">
      <dgm:prSet/>
      <dgm:spPr/>
      <dgm:t>
        <a:bodyPr/>
        <a:lstStyle/>
        <a:p>
          <a:endParaRPr lang="en-US"/>
        </a:p>
      </dgm:t>
    </dgm:pt>
    <dgm:pt modelId="{7FB4601D-5695-4DC9-BA03-BF316AC5738A}">
      <dgm:prSet/>
      <dgm:spPr/>
      <dgm:t>
        <a:bodyPr/>
        <a:lstStyle/>
        <a:p>
          <a:r>
            <a:rPr lang="fr-CA"/>
            <a:t>SockJS</a:t>
          </a:r>
          <a:endParaRPr lang="en-US"/>
        </a:p>
      </dgm:t>
    </dgm:pt>
    <dgm:pt modelId="{9F7652E1-98CF-4C03-969D-EA47E9BE7BB8}" type="parTrans" cxnId="{740756C3-ED74-48A0-863F-E73D0A04C45C}">
      <dgm:prSet/>
      <dgm:spPr/>
      <dgm:t>
        <a:bodyPr/>
        <a:lstStyle/>
        <a:p>
          <a:endParaRPr lang="en-US"/>
        </a:p>
      </dgm:t>
    </dgm:pt>
    <dgm:pt modelId="{DA457860-C96A-4E71-8249-885EFE66A3BF}" type="sibTrans" cxnId="{740756C3-ED74-48A0-863F-E73D0A04C45C}">
      <dgm:prSet/>
      <dgm:spPr/>
      <dgm:t>
        <a:bodyPr/>
        <a:lstStyle/>
        <a:p>
          <a:endParaRPr lang="en-US"/>
        </a:p>
      </dgm:t>
    </dgm:pt>
    <dgm:pt modelId="{3F82B6DC-145C-483A-A945-5A3AEFB82352}" type="pres">
      <dgm:prSet presAssocID="{42ACBA6B-BE78-4338-9996-88724D3FEC88}" presName="diagram" presStyleCnt="0">
        <dgm:presLayoutVars>
          <dgm:dir/>
          <dgm:resizeHandles val="exact"/>
        </dgm:presLayoutVars>
      </dgm:prSet>
      <dgm:spPr/>
    </dgm:pt>
    <dgm:pt modelId="{63682073-2C0E-47E8-B969-52C7AFE340D4}" type="pres">
      <dgm:prSet presAssocID="{760CF032-2594-4F17-94D4-D5C9A3B62F7D}" presName="node" presStyleLbl="node1" presStyleIdx="0" presStyleCnt="6">
        <dgm:presLayoutVars>
          <dgm:bulletEnabled val="1"/>
        </dgm:presLayoutVars>
      </dgm:prSet>
      <dgm:spPr/>
    </dgm:pt>
    <dgm:pt modelId="{1D4B5215-F6AB-4973-8E4A-F9BF83F1E9A3}" type="pres">
      <dgm:prSet presAssocID="{224171AB-4C19-41F4-88E5-5192B32FBE60}" presName="sibTrans" presStyleCnt="0"/>
      <dgm:spPr/>
    </dgm:pt>
    <dgm:pt modelId="{123B33E5-7B54-4E6D-BC8B-1D8C4072DEF6}" type="pres">
      <dgm:prSet presAssocID="{823A6608-EFFA-4080-9034-97BC9ACBFE2D}" presName="node" presStyleLbl="node1" presStyleIdx="1" presStyleCnt="6">
        <dgm:presLayoutVars>
          <dgm:bulletEnabled val="1"/>
        </dgm:presLayoutVars>
      </dgm:prSet>
      <dgm:spPr/>
    </dgm:pt>
    <dgm:pt modelId="{AEEB1E1C-0AEE-4009-92D1-951C0CB8E37C}" type="pres">
      <dgm:prSet presAssocID="{AB39B41E-E4F2-4E95-B7E6-54A151BC9479}" presName="sibTrans" presStyleCnt="0"/>
      <dgm:spPr/>
    </dgm:pt>
    <dgm:pt modelId="{17FB72DA-8A70-4DE1-8079-BF9CB67626CC}" type="pres">
      <dgm:prSet presAssocID="{7907B665-B640-45D3-A2F1-7F6B6AFF8473}" presName="node" presStyleLbl="node1" presStyleIdx="2" presStyleCnt="6">
        <dgm:presLayoutVars>
          <dgm:bulletEnabled val="1"/>
        </dgm:presLayoutVars>
      </dgm:prSet>
      <dgm:spPr/>
    </dgm:pt>
    <dgm:pt modelId="{6B76B0D7-0E00-49EA-8B6C-0EC08B29CC86}" type="pres">
      <dgm:prSet presAssocID="{02810710-7F7F-4DCF-81BE-F1B2A0BA6A9C}" presName="sibTrans" presStyleCnt="0"/>
      <dgm:spPr/>
    </dgm:pt>
    <dgm:pt modelId="{D6CF7BA7-E4D0-41D6-ACCB-746178E38E6A}" type="pres">
      <dgm:prSet presAssocID="{F65E2150-E442-47DB-A3BB-A19DFAD2DAD9}" presName="node" presStyleLbl="node1" presStyleIdx="3" presStyleCnt="6">
        <dgm:presLayoutVars>
          <dgm:bulletEnabled val="1"/>
        </dgm:presLayoutVars>
      </dgm:prSet>
      <dgm:spPr/>
    </dgm:pt>
    <dgm:pt modelId="{47D35525-6EE2-4554-B28E-564195356AE5}" type="pres">
      <dgm:prSet presAssocID="{B43BC90A-2477-4B5F-AC69-E4CBB1B94AB5}" presName="sibTrans" presStyleCnt="0"/>
      <dgm:spPr/>
    </dgm:pt>
    <dgm:pt modelId="{ABD80137-6156-4E36-B2F0-19525ED13286}" type="pres">
      <dgm:prSet presAssocID="{8CA66ADA-D253-4188-B114-D7F253EE670E}" presName="node" presStyleLbl="node1" presStyleIdx="4" presStyleCnt="6">
        <dgm:presLayoutVars>
          <dgm:bulletEnabled val="1"/>
        </dgm:presLayoutVars>
      </dgm:prSet>
      <dgm:spPr/>
    </dgm:pt>
    <dgm:pt modelId="{EAF5A2FF-078A-40B6-8816-4201B1C8B0ED}" type="pres">
      <dgm:prSet presAssocID="{DC315EF5-BC0C-41BD-86F5-68866CB9B79F}" presName="sibTrans" presStyleCnt="0"/>
      <dgm:spPr/>
    </dgm:pt>
    <dgm:pt modelId="{0AA3936C-AD32-471D-ABD2-4B53030A4793}" type="pres">
      <dgm:prSet presAssocID="{7FB4601D-5695-4DC9-BA03-BF316AC5738A}" presName="node" presStyleLbl="node1" presStyleIdx="5" presStyleCnt="6">
        <dgm:presLayoutVars>
          <dgm:bulletEnabled val="1"/>
        </dgm:presLayoutVars>
      </dgm:prSet>
      <dgm:spPr/>
    </dgm:pt>
  </dgm:ptLst>
  <dgm:cxnLst>
    <dgm:cxn modelId="{4375FE1F-849B-40F3-AC7F-1AD036672BDF}" type="presOf" srcId="{8CA66ADA-D253-4188-B114-D7F253EE670E}" destId="{ABD80137-6156-4E36-B2F0-19525ED13286}" srcOrd="0" destOrd="0" presId="urn:microsoft.com/office/officeart/2005/8/layout/default"/>
    <dgm:cxn modelId="{3CDBD429-D2E1-432E-A41C-A9BA74920197}" type="presOf" srcId="{823A6608-EFFA-4080-9034-97BC9ACBFE2D}" destId="{123B33E5-7B54-4E6D-BC8B-1D8C4072DEF6}" srcOrd="0" destOrd="0" presId="urn:microsoft.com/office/officeart/2005/8/layout/default"/>
    <dgm:cxn modelId="{F3825B40-7D21-47EB-A3E4-236F3CF5E105}" srcId="{42ACBA6B-BE78-4338-9996-88724D3FEC88}" destId="{7907B665-B640-45D3-A2F1-7F6B6AFF8473}" srcOrd="2" destOrd="0" parTransId="{1F7A3AA9-8046-48C5-B7AB-CDADB1CF9097}" sibTransId="{02810710-7F7F-4DCF-81BE-F1B2A0BA6A9C}"/>
    <dgm:cxn modelId="{00FAA05E-C4C9-4CB8-9686-126B424E731F}" srcId="{42ACBA6B-BE78-4338-9996-88724D3FEC88}" destId="{8CA66ADA-D253-4188-B114-D7F253EE670E}" srcOrd="4" destOrd="0" parTransId="{5FDCA8C3-2929-4391-BF49-6DF6243E48CC}" sibTransId="{DC315EF5-BC0C-41BD-86F5-68866CB9B79F}"/>
    <dgm:cxn modelId="{E7D14145-0441-4F28-B974-7C7EB8441476}" srcId="{42ACBA6B-BE78-4338-9996-88724D3FEC88}" destId="{760CF032-2594-4F17-94D4-D5C9A3B62F7D}" srcOrd="0" destOrd="0" parTransId="{01D049B6-4DE9-4D41-9F65-A5148051B36D}" sibTransId="{224171AB-4C19-41F4-88E5-5192B32FBE60}"/>
    <dgm:cxn modelId="{1B9F7358-D717-42C7-9D1D-6D764D1221F5}" srcId="{42ACBA6B-BE78-4338-9996-88724D3FEC88}" destId="{823A6608-EFFA-4080-9034-97BC9ACBFE2D}" srcOrd="1" destOrd="0" parTransId="{A4B56BC1-DF2F-44A0-83B3-763AB312BA8D}" sibTransId="{AB39B41E-E4F2-4E95-B7E6-54A151BC9479}"/>
    <dgm:cxn modelId="{5F7343AE-695B-45F7-B04B-952B42F363C9}" type="presOf" srcId="{760CF032-2594-4F17-94D4-D5C9A3B62F7D}" destId="{63682073-2C0E-47E8-B969-52C7AFE340D4}" srcOrd="0" destOrd="0" presId="urn:microsoft.com/office/officeart/2005/8/layout/default"/>
    <dgm:cxn modelId="{AD46DCBE-5F8F-4C0E-8A08-96AADE1C25F2}" srcId="{42ACBA6B-BE78-4338-9996-88724D3FEC88}" destId="{F65E2150-E442-47DB-A3BB-A19DFAD2DAD9}" srcOrd="3" destOrd="0" parTransId="{F5C1258B-FBF9-4845-9287-524147C53F6C}" sibTransId="{B43BC90A-2477-4B5F-AC69-E4CBB1B94AB5}"/>
    <dgm:cxn modelId="{740756C3-ED74-48A0-863F-E73D0A04C45C}" srcId="{42ACBA6B-BE78-4338-9996-88724D3FEC88}" destId="{7FB4601D-5695-4DC9-BA03-BF316AC5738A}" srcOrd="5" destOrd="0" parTransId="{9F7652E1-98CF-4C03-969D-EA47E9BE7BB8}" sibTransId="{DA457860-C96A-4E71-8249-885EFE66A3BF}"/>
    <dgm:cxn modelId="{24C770C9-2673-45AF-A9FD-7DDD663F3C6E}" type="presOf" srcId="{42ACBA6B-BE78-4338-9996-88724D3FEC88}" destId="{3F82B6DC-145C-483A-A945-5A3AEFB82352}" srcOrd="0" destOrd="0" presId="urn:microsoft.com/office/officeart/2005/8/layout/default"/>
    <dgm:cxn modelId="{91DDD3E7-367B-460F-BD35-F77E157DABF6}" type="presOf" srcId="{F65E2150-E442-47DB-A3BB-A19DFAD2DAD9}" destId="{D6CF7BA7-E4D0-41D6-ACCB-746178E38E6A}" srcOrd="0" destOrd="0" presId="urn:microsoft.com/office/officeart/2005/8/layout/default"/>
    <dgm:cxn modelId="{EB1E29F2-14A1-41EF-BE5E-C2152F4E4A18}" type="presOf" srcId="{7907B665-B640-45D3-A2F1-7F6B6AFF8473}" destId="{17FB72DA-8A70-4DE1-8079-BF9CB67626CC}" srcOrd="0" destOrd="0" presId="urn:microsoft.com/office/officeart/2005/8/layout/default"/>
    <dgm:cxn modelId="{B96937FA-BBEB-45E9-B30F-74B734DF2965}" type="presOf" srcId="{7FB4601D-5695-4DC9-BA03-BF316AC5738A}" destId="{0AA3936C-AD32-471D-ABD2-4B53030A4793}" srcOrd="0" destOrd="0" presId="urn:microsoft.com/office/officeart/2005/8/layout/default"/>
    <dgm:cxn modelId="{B44E474F-547E-42D8-A99E-EAA263466A53}" type="presParOf" srcId="{3F82B6DC-145C-483A-A945-5A3AEFB82352}" destId="{63682073-2C0E-47E8-B969-52C7AFE340D4}" srcOrd="0" destOrd="0" presId="urn:microsoft.com/office/officeart/2005/8/layout/default"/>
    <dgm:cxn modelId="{904FEEEE-34AB-4B82-8AAA-E1B14A3E6630}" type="presParOf" srcId="{3F82B6DC-145C-483A-A945-5A3AEFB82352}" destId="{1D4B5215-F6AB-4973-8E4A-F9BF83F1E9A3}" srcOrd="1" destOrd="0" presId="urn:microsoft.com/office/officeart/2005/8/layout/default"/>
    <dgm:cxn modelId="{D4A1601B-B407-4D6D-94FD-57D623F1C2F4}" type="presParOf" srcId="{3F82B6DC-145C-483A-A945-5A3AEFB82352}" destId="{123B33E5-7B54-4E6D-BC8B-1D8C4072DEF6}" srcOrd="2" destOrd="0" presId="urn:microsoft.com/office/officeart/2005/8/layout/default"/>
    <dgm:cxn modelId="{057221FC-2A57-4E03-8A6C-5DAE0C19C67F}" type="presParOf" srcId="{3F82B6DC-145C-483A-A945-5A3AEFB82352}" destId="{AEEB1E1C-0AEE-4009-92D1-951C0CB8E37C}" srcOrd="3" destOrd="0" presId="urn:microsoft.com/office/officeart/2005/8/layout/default"/>
    <dgm:cxn modelId="{F520C994-D49B-416E-8353-9E27BADF2816}" type="presParOf" srcId="{3F82B6DC-145C-483A-A945-5A3AEFB82352}" destId="{17FB72DA-8A70-4DE1-8079-BF9CB67626CC}" srcOrd="4" destOrd="0" presId="urn:microsoft.com/office/officeart/2005/8/layout/default"/>
    <dgm:cxn modelId="{7B6FFB48-11A7-4BA1-B855-5D79820BAD61}" type="presParOf" srcId="{3F82B6DC-145C-483A-A945-5A3AEFB82352}" destId="{6B76B0D7-0E00-49EA-8B6C-0EC08B29CC86}" srcOrd="5" destOrd="0" presId="urn:microsoft.com/office/officeart/2005/8/layout/default"/>
    <dgm:cxn modelId="{E46C3850-D81F-4873-8FAE-5D35220FF859}" type="presParOf" srcId="{3F82B6DC-145C-483A-A945-5A3AEFB82352}" destId="{D6CF7BA7-E4D0-41D6-ACCB-746178E38E6A}" srcOrd="6" destOrd="0" presId="urn:microsoft.com/office/officeart/2005/8/layout/default"/>
    <dgm:cxn modelId="{84F8A6B5-DEFE-4EC9-85DC-33DF13484858}" type="presParOf" srcId="{3F82B6DC-145C-483A-A945-5A3AEFB82352}" destId="{47D35525-6EE2-4554-B28E-564195356AE5}" srcOrd="7" destOrd="0" presId="urn:microsoft.com/office/officeart/2005/8/layout/default"/>
    <dgm:cxn modelId="{422384C0-E47D-425D-AE8D-6295801110FC}" type="presParOf" srcId="{3F82B6DC-145C-483A-A945-5A3AEFB82352}" destId="{ABD80137-6156-4E36-B2F0-19525ED13286}" srcOrd="8" destOrd="0" presId="urn:microsoft.com/office/officeart/2005/8/layout/default"/>
    <dgm:cxn modelId="{DFAA5963-EF49-4D5D-A774-633DB7A5CE06}" type="presParOf" srcId="{3F82B6DC-145C-483A-A945-5A3AEFB82352}" destId="{EAF5A2FF-078A-40B6-8816-4201B1C8B0ED}" srcOrd="9" destOrd="0" presId="urn:microsoft.com/office/officeart/2005/8/layout/default"/>
    <dgm:cxn modelId="{4A88FD5C-AABF-4CBD-A1A2-1DD2DC5B0231}" type="presParOf" srcId="{3F82B6DC-145C-483A-A945-5A3AEFB82352}" destId="{0AA3936C-AD32-471D-ABD2-4B53030A4793}"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3BFF77-315C-489B-BDE7-567522DE083E}"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D94AED5-3896-4D9F-B77A-EDFA91FEF711}">
      <dgm:prSet/>
      <dgm:spPr/>
      <dgm:t>
        <a:bodyPr/>
        <a:lstStyle/>
        <a:p>
          <a:pPr>
            <a:lnSpc>
              <a:spcPct val="100000"/>
            </a:lnSpc>
            <a:defRPr cap="all"/>
          </a:pPr>
          <a:r>
            <a:rPr lang="fr-CA"/>
            <a:t>Se connecter / S’enregistrer</a:t>
          </a:r>
          <a:endParaRPr lang="en-US"/>
        </a:p>
      </dgm:t>
    </dgm:pt>
    <dgm:pt modelId="{22935CDC-7723-4579-AD88-1F5B3BD71B06}" type="parTrans" cxnId="{830AAE0B-2E9D-45C8-A0C3-1CDE6F7C7F93}">
      <dgm:prSet/>
      <dgm:spPr/>
      <dgm:t>
        <a:bodyPr/>
        <a:lstStyle/>
        <a:p>
          <a:endParaRPr lang="en-US"/>
        </a:p>
      </dgm:t>
    </dgm:pt>
    <dgm:pt modelId="{B641CB94-4AC4-4571-BCDD-83D2DD743653}" type="sibTrans" cxnId="{830AAE0B-2E9D-45C8-A0C3-1CDE6F7C7F93}">
      <dgm:prSet/>
      <dgm:spPr/>
      <dgm:t>
        <a:bodyPr/>
        <a:lstStyle/>
        <a:p>
          <a:endParaRPr lang="en-US"/>
        </a:p>
      </dgm:t>
    </dgm:pt>
    <dgm:pt modelId="{6B826AC4-3183-4B66-8083-EFC005CB75C2}">
      <dgm:prSet/>
      <dgm:spPr/>
      <dgm:t>
        <a:bodyPr/>
        <a:lstStyle/>
        <a:p>
          <a:pPr>
            <a:lnSpc>
              <a:spcPct val="100000"/>
            </a:lnSpc>
            <a:defRPr cap="all"/>
          </a:pPr>
          <a:r>
            <a:rPr lang="fr-CA" dirty="0"/>
            <a:t>Gérer des tâches et évènements personnelles</a:t>
          </a:r>
          <a:endParaRPr lang="en-US" dirty="0"/>
        </a:p>
      </dgm:t>
    </dgm:pt>
    <dgm:pt modelId="{AAB68433-99A3-447C-851D-E4DA1B3C3640}" type="parTrans" cxnId="{C46D89A2-C05F-43A7-A0A6-1E8F826B1A51}">
      <dgm:prSet/>
      <dgm:spPr/>
      <dgm:t>
        <a:bodyPr/>
        <a:lstStyle/>
        <a:p>
          <a:endParaRPr lang="en-US"/>
        </a:p>
      </dgm:t>
    </dgm:pt>
    <dgm:pt modelId="{ECD6286C-C202-4A7F-B6EC-C1AF648533AA}" type="sibTrans" cxnId="{C46D89A2-C05F-43A7-A0A6-1E8F826B1A51}">
      <dgm:prSet/>
      <dgm:spPr/>
      <dgm:t>
        <a:bodyPr/>
        <a:lstStyle/>
        <a:p>
          <a:endParaRPr lang="en-US"/>
        </a:p>
      </dgm:t>
    </dgm:pt>
    <dgm:pt modelId="{B353E3AA-60FE-4EC1-A9E7-018F03B98858}">
      <dgm:prSet/>
      <dgm:spPr/>
      <dgm:t>
        <a:bodyPr/>
        <a:lstStyle/>
        <a:p>
          <a:pPr>
            <a:lnSpc>
              <a:spcPct val="100000"/>
            </a:lnSpc>
            <a:defRPr cap="all"/>
          </a:pPr>
          <a:r>
            <a:rPr lang="fr-CA" dirty="0"/>
            <a:t>Gérer des groupes</a:t>
          </a:r>
          <a:endParaRPr lang="en-US" dirty="0"/>
        </a:p>
      </dgm:t>
    </dgm:pt>
    <dgm:pt modelId="{0855E5DF-3F07-4651-8C10-A3593F776A53}" type="parTrans" cxnId="{64C521A3-7D46-47DD-92AA-B5095903061C}">
      <dgm:prSet/>
      <dgm:spPr/>
      <dgm:t>
        <a:bodyPr/>
        <a:lstStyle/>
        <a:p>
          <a:endParaRPr lang="en-US"/>
        </a:p>
      </dgm:t>
    </dgm:pt>
    <dgm:pt modelId="{4740AACA-3C6F-4F4B-BFFA-FC1E7DFA6C59}" type="sibTrans" cxnId="{64C521A3-7D46-47DD-92AA-B5095903061C}">
      <dgm:prSet/>
      <dgm:spPr/>
      <dgm:t>
        <a:bodyPr/>
        <a:lstStyle/>
        <a:p>
          <a:endParaRPr lang="en-US"/>
        </a:p>
      </dgm:t>
    </dgm:pt>
    <dgm:pt modelId="{38D44C31-E153-4D17-8DDA-1A97B0BAB002}">
      <dgm:prSet/>
      <dgm:spPr/>
      <dgm:t>
        <a:bodyPr/>
        <a:lstStyle/>
        <a:p>
          <a:pPr>
            <a:lnSpc>
              <a:spcPct val="100000"/>
            </a:lnSpc>
            <a:defRPr cap="all"/>
          </a:pPr>
          <a:r>
            <a:rPr lang="fr-CA" dirty="0"/>
            <a:t>Gérer des tâches et des évènements de groupe</a:t>
          </a:r>
          <a:endParaRPr lang="en-US" dirty="0"/>
        </a:p>
      </dgm:t>
    </dgm:pt>
    <dgm:pt modelId="{747CB63D-C944-40E8-97E0-74625F4F5DEF}" type="parTrans" cxnId="{90FEA4EC-FFB1-4AED-86BC-C6AC71DB92DB}">
      <dgm:prSet/>
      <dgm:spPr/>
      <dgm:t>
        <a:bodyPr/>
        <a:lstStyle/>
        <a:p>
          <a:endParaRPr lang="en-US"/>
        </a:p>
      </dgm:t>
    </dgm:pt>
    <dgm:pt modelId="{076C8DAD-57B9-453F-961A-FE6A32AD97B1}" type="sibTrans" cxnId="{90FEA4EC-FFB1-4AED-86BC-C6AC71DB92DB}">
      <dgm:prSet/>
      <dgm:spPr/>
      <dgm:t>
        <a:bodyPr/>
        <a:lstStyle/>
        <a:p>
          <a:endParaRPr lang="en-US"/>
        </a:p>
      </dgm:t>
    </dgm:pt>
    <dgm:pt modelId="{715DE299-3844-423D-AB4D-24346A2E2CE7}">
      <dgm:prSet/>
      <dgm:spPr/>
      <dgm:t>
        <a:bodyPr/>
        <a:lstStyle/>
        <a:p>
          <a:pPr>
            <a:lnSpc>
              <a:spcPct val="100000"/>
            </a:lnSpc>
            <a:defRPr cap="all"/>
          </a:pPr>
          <a:r>
            <a:rPr lang="en-CA" dirty="0"/>
            <a:t>Chat </a:t>
          </a:r>
          <a:r>
            <a:rPr lang="en-CA" dirty="0" err="1"/>
            <a:t>en</a:t>
          </a:r>
          <a:r>
            <a:rPr lang="en-CA" dirty="0"/>
            <a:t> temps r</a:t>
          </a:r>
          <a:r>
            <a:rPr lang="fr-CA" dirty="0" err="1"/>
            <a:t>éelle</a:t>
          </a:r>
          <a:endParaRPr lang="en-US" dirty="0"/>
        </a:p>
      </dgm:t>
    </dgm:pt>
    <dgm:pt modelId="{8D2BB3F8-F096-4453-81B7-79BB8F0D73F8}" type="parTrans" cxnId="{C39EFDB0-061B-43E5-977D-DE49D2314960}">
      <dgm:prSet/>
      <dgm:spPr/>
      <dgm:t>
        <a:bodyPr/>
        <a:lstStyle/>
        <a:p>
          <a:endParaRPr lang="en-US"/>
        </a:p>
      </dgm:t>
    </dgm:pt>
    <dgm:pt modelId="{56D383CA-97E9-4C3B-926E-A916A0D523B0}" type="sibTrans" cxnId="{C39EFDB0-061B-43E5-977D-DE49D2314960}">
      <dgm:prSet/>
      <dgm:spPr/>
      <dgm:t>
        <a:bodyPr/>
        <a:lstStyle/>
        <a:p>
          <a:endParaRPr lang="en-US"/>
        </a:p>
      </dgm:t>
    </dgm:pt>
    <dgm:pt modelId="{2E396AD6-EB67-412D-BA35-828FD3B2BE1B}" type="pres">
      <dgm:prSet presAssocID="{8F3BFF77-315C-489B-BDE7-567522DE083E}" presName="root" presStyleCnt="0">
        <dgm:presLayoutVars>
          <dgm:dir/>
          <dgm:resizeHandles val="exact"/>
        </dgm:presLayoutVars>
      </dgm:prSet>
      <dgm:spPr/>
    </dgm:pt>
    <dgm:pt modelId="{2DBD5325-DC73-44D1-8830-89836450E4B7}" type="pres">
      <dgm:prSet presAssocID="{ED94AED5-3896-4D9F-B77A-EDFA91FEF711}" presName="compNode" presStyleCnt="0"/>
      <dgm:spPr/>
    </dgm:pt>
    <dgm:pt modelId="{221292C4-5A8E-45B8-9FF5-FFD164113293}" type="pres">
      <dgm:prSet presAssocID="{ED94AED5-3896-4D9F-B77A-EDFA91FEF711}" presName="iconBgRect" presStyleLbl="bgShp" presStyleIdx="0" presStyleCnt="5"/>
      <dgm:spPr>
        <a:prstGeom prst="round2DiagRect">
          <a:avLst>
            <a:gd name="adj1" fmla="val 29727"/>
            <a:gd name="adj2" fmla="val 0"/>
          </a:avLst>
        </a:prstGeom>
      </dgm:spPr>
    </dgm:pt>
    <dgm:pt modelId="{E8096BDF-A9A4-4E64-B35D-32743B9B1397}" type="pres">
      <dgm:prSet presAssocID="{ED94AED5-3896-4D9F-B77A-EDFA91FEF71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tilisateur"/>
        </a:ext>
      </dgm:extLst>
    </dgm:pt>
    <dgm:pt modelId="{C4A52450-C6B9-4FCB-BBCA-8042D82F0CE9}" type="pres">
      <dgm:prSet presAssocID="{ED94AED5-3896-4D9F-B77A-EDFA91FEF711}" presName="spaceRect" presStyleCnt="0"/>
      <dgm:spPr/>
    </dgm:pt>
    <dgm:pt modelId="{DFBDB3BD-56A8-46C3-B51F-A1489367DC8B}" type="pres">
      <dgm:prSet presAssocID="{ED94AED5-3896-4D9F-B77A-EDFA91FEF711}" presName="textRect" presStyleLbl="revTx" presStyleIdx="0" presStyleCnt="5">
        <dgm:presLayoutVars>
          <dgm:chMax val="1"/>
          <dgm:chPref val="1"/>
        </dgm:presLayoutVars>
      </dgm:prSet>
      <dgm:spPr/>
    </dgm:pt>
    <dgm:pt modelId="{62A7E1CE-26FF-415F-B7A1-7759D61FAE9D}" type="pres">
      <dgm:prSet presAssocID="{B641CB94-4AC4-4571-BCDD-83D2DD743653}" presName="sibTrans" presStyleCnt="0"/>
      <dgm:spPr/>
    </dgm:pt>
    <dgm:pt modelId="{B03CF141-5045-41DC-B201-39166635A537}" type="pres">
      <dgm:prSet presAssocID="{6B826AC4-3183-4B66-8083-EFC005CB75C2}" presName="compNode" presStyleCnt="0"/>
      <dgm:spPr/>
    </dgm:pt>
    <dgm:pt modelId="{1C14FF70-1F6F-4A4E-BAED-C18CE7949C83}" type="pres">
      <dgm:prSet presAssocID="{6B826AC4-3183-4B66-8083-EFC005CB75C2}" presName="iconBgRect" presStyleLbl="bgShp" presStyleIdx="1" presStyleCnt="5"/>
      <dgm:spPr>
        <a:prstGeom prst="round2DiagRect">
          <a:avLst>
            <a:gd name="adj1" fmla="val 29727"/>
            <a:gd name="adj2" fmla="val 0"/>
          </a:avLst>
        </a:prstGeom>
      </dgm:spPr>
    </dgm:pt>
    <dgm:pt modelId="{3048368D-580C-4D7E-9335-F74708014307}" type="pres">
      <dgm:prSet presAssocID="{6B826AC4-3183-4B66-8083-EFC005CB75C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rayon"/>
        </a:ext>
      </dgm:extLst>
    </dgm:pt>
    <dgm:pt modelId="{C7F7824B-CB38-414D-95C5-4FE2BF74BB47}" type="pres">
      <dgm:prSet presAssocID="{6B826AC4-3183-4B66-8083-EFC005CB75C2}" presName="spaceRect" presStyleCnt="0"/>
      <dgm:spPr/>
    </dgm:pt>
    <dgm:pt modelId="{0F82F0B1-E95A-46E4-BAE6-979AC034D912}" type="pres">
      <dgm:prSet presAssocID="{6B826AC4-3183-4B66-8083-EFC005CB75C2}" presName="textRect" presStyleLbl="revTx" presStyleIdx="1" presStyleCnt="5">
        <dgm:presLayoutVars>
          <dgm:chMax val="1"/>
          <dgm:chPref val="1"/>
        </dgm:presLayoutVars>
      </dgm:prSet>
      <dgm:spPr/>
    </dgm:pt>
    <dgm:pt modelId="{4A8C1880-D8E3-479E-89DF-5DADEF14F5B6}" type="pres">
      <dgm:prSet presAssocID="{ECD6286C-C202-4A7F-B6EC-C1AF648533AA}" presName="sibTrans" presStyleCnt="0"/>
      <dgm:spPr/>
    </dgm:pt>
    <dgm:pt modelId="{B7B19756-A70B-44DE-B03B-99CF93839A89}" type="pres">
      <dgm:prSet presAssocID="{B353E3AA-60FE-4EC1-A9E7-018F03B98858}" presName="compNode" presStyleCnt="0"/>
      <dgm:spPr/>
    </dgm:pt>
    <dgm:pt modelId="{E6F2D14D-F2B7-47C1-84A0-15CF722EA4D5}" type="pres">
      <dgm:prSet presAssocID="{B353E3AA-60FE-4EC1-A9E7-018F03B98858}" presName="iconBgRect" presStyleLbl="bgShp" presStyleIdx="2" presStyleCnt="5"/>
      <dgm:spPr>
        <a:prstGeom prst="round2DiagRect">
          <a:avLst>
            <a:gd name="adj1" fmla="val 29727"/>
            <a:gd name="adj2" fmla="val 0"/>
          </a:avLst>
        </a:prstGeom>
      </dgm:spPr>
    </dgm:pt>
    <dgm:pt modelId="{583D9E21-971A-4361-A9E9-EE513EAA3E73}" type="pres">
      <dgm:prSet presAssocID="{B353E3AA-60FE-4EC1-A9E7-018F03B9885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il"/>
        </a:ext>
      </dgm:extLst>
    </dgm:pt>
    <dgm:pt modelId="{5A1BF6B1-D3AC-4738-B173-4426C681DC7B}" type="pres">
      <dgm:prSet presAssocID="{B353E3AA-60FE-4EC1-A9E7-018F03B98858}" presName="spaceRect" presStyleCnt="0"/>
      <dgm:spPr/>
    </dgm:pt>
    <dgm:pt modelId="{9EAC9048-4A46-495A-9774-E9594D9BBDD7}" type="pres">
      <dgm:prSet presAssocID="{B353E3AA-60FE-4EC1-A9E7-018F03B98858}" presName="textRect" presStyleLbl="revTx" presStyleIdx="2" presStyleCnt="5">
        <dgm:presLayoutVars>
          <dgm:chMax val="1"/>
          <dgm:chPref val="1"/>
        </dgm:presLayoutVars>
      </dgm:prSet>
      <dgm:spPr/>
    </dgm:pt>
    <dgm:pt modelId="{9B194B58-D5AE-442C-AB12-868921829AB2}" type="pres">
      <dgm:prSet presAssocID="{4740AACA-3C6F-4F4B-BFFA-FC1E7DFA6C59}" presName="sibTrans" presStyleCnt="0"/>
      <dgm:spPr/>
    </dgm:pt>
    <dgm:pt modelId="{20D93965-89DC-423A-919F-84C31BB99EFA}" type="pres">
      <dgm:prSet presAssocID="{38D44C31-E153-4D17-8DDA-1A97B0BAB002}" presName="compNode" presStyleCnt="0"/>
      <dgm:spPr/>
    </dgm:pt>
    <dgm:pt modelId="{999034A3-FEBE-40BD-80F1-55DA17190A71}" type="pres">
      <dgm:prSet presAssocID="{38D44C31-E153-4D17-8DDA-1A97B0BAB002}" presName="iconBgRect" presStyleLbl="bgShp" presStyleIdx="3" presStyleCnt="5"/>
      <dgm:spPr>
        <a:prstGeom prst="round2DiagRect">
          <a:avLst>
            <a:gd name="adj1" fmla="val 29727"/>
            <a:gd name="adj2" fmla="val 0"/>
          </a:avLst>
        </a:prstGeom>
      </dgm:spPr>
    </dgm:pt>
    <dgm:pt modelId="{BE734C81-0AD6-4498-912A-40FA0704F7F7}" type="pres">
      <dgm:prSet presAssocID="{38D44C31-E153-4D17-8DDA-1A97B0BAB00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usique"/>
        </a:ext>
      </dgm:extLst>
    </dgm:pt>
    <dgm:pt modelId="{5B2D7239-35A4-4AF5-9EE8-355C31C5A87C}" type="pres">
      <dgm:prSet presAssocID="{38D44C31-E153-4D17-8DDA-1A97B0BAB002}" presName="spaceRect" presStyleCnt="0"/>
      <dgm:spPr/>
    </dgm:pt>
    <dgm:pt modelId="{731B891D-21C3-4076-8412-E3C58EFBEC90}" type="pres">
      <dgm:prSet presAssocID="{38D44C31-E153-4D17-8DDA-1A97B0BAB002}" presName="textRect" presStyleLbl="revTx" presStyleIdx="3" presStyleCnt="5">
        <dgm:presLayoutVars>
          <dgm:chMax val="1"/>
          <dgm:chPref val="1"/>
        </dgm:presLayoutVars>
      </dgm:prSet>
      <dgm:spPr/>
    </dgm:pt>
    <dgm:pt modelId="{4F9614B2-85D4-49BD-B561-34DAA6827A36}" type="pres">
      <dgm:prSet presAssocID="{076C8DAD-57B9-453F-961A-FE6A32AD97B1}" presName="sibTrans" presStyleCnt="0"/>
      <dgm:spPr/>
    </dgm:pt>
    <dgm:pt modelId="{FE3BFABE-8D27-4526-B060-EBFD42028608}" type="pres">
      <dgm:prSet presAssocID="{715DE299-3844-423D-AB4D-24346A2E2CE7}" presName="compNode" presStyleCnt="0"/>
      <dgm:spPr/>
    </dgm:pt>
    <dgm:pt modelId="{B0F85070-72A9-46F3-9873-2A42EA84BFE1}" type="pres">
      <dgm:prSet presAssocID="{715DE299-3844-423D-AB4D-24346A2E2CE7}" presName="iconBgRect" presStyleLbl="bgShp" presStyleIdx="4" presStyleCnt="5"/>
      <dgm:spPr>
        <a:prstGeom prst="round2DiagRect">
          <a:avLst>
            <a:gd name="adj1" fmla="val 29727"/>
            <a:gd name="adj2" fmla="val 0"/>
          </a:avLst>
        </a:prstGeom>
      </dgm:spPr>
    </dgm:pt>
    <dgm:pt modelId="{737D955B-A71D-4147-A0EC-5C5E110D9B87}" type="pres">
      <dgm:prSet presAssocID="{715DE299-3844-423D-AB4D-24346A2E2CE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Chat avec un remplissage uni"/>
        </a:ext>
      </dgm:extLst>
    </dgm:pt>
    <dgm:pt modelId="{E5F08522-2685-45EC-B2B6-34210E2AC97F}" type="pres">
      <dgm:prSet presAssocID="{715DE299-3844-423D-AB4D-24346A2E2CE7}" presName="spaceRect" presStyleCnt="0"/>
      <dgm:spPr/>
    </dgm:pt>
    <dgm:pt modelId="{7B51D551-E7FF-492B-8EF0-7C0788E58E24}" type="pres">
      <dgm:prSet presAssocID="{715DE299-3844-423D-AB4D-24346A2E2CE7}" presName="textRect" presStyleLbl="revTx" presStyleIdx="4" presStyleCnt="5">
        <dgm:presLayoutVars>
          <dgm:chMax val="1"/>
          <dgm:chPref val="1"/>
        </dgm:presLayoutVars>
      </dgm:prSet>
      <dgm:spPr/>
    </dgm:pt>
  </dgm:ptLst>
  <dgm:cxnLst>
    <dgm:cxn modelId="{830AAE0B-2E9D-45C8-A0C3-1CDE6F7C7F93}" srcId="{8F3BFF77-315C-489B-BDE7-567522DE083E}" destId="{ED94AED5-3896-4D9F-B77A-EDFA91FEF711}" srcOrd="0" destOrd="0" parTransId="{22935CDC-7723-4579-AD88-1F5B3BD71B06}" sibTransId="{B641CB94-4AC4-4571-BCDD-83D2DD743653}"/>
    <dgm:cxn modelId="{9E72832D-A071-4E21-B362-26544D601414}" type="presOf" srcId="{38D44C31-E153-4D17-8DDA-1A97B0BAB002}" destId="{731B891D-21C3-4076-8412-E3C58EFBEC90}" srcOrd="0" destOrd="0" presId="urn:microsoft.com/office/officeart/2018/5/layout/IconLeafLabelList"/>
    <dgm:cxn modelId="{3391A07C-822A-4109-873A-1C62720509F7}" type="presOf" srcId="{715DE299-3844-423D-AB4D-24346A2E2CE7}" destId="{7B51D551-E7FF-492B-8EF0-7C0788E58E24}" srcOrd="0" destOrd="0" presId="urn:microsoft.com/office/officeart/2018/5/layout/IconLeafLabelList"/>
    <dgm:cxn modelId="{C46D89A2-C05F-43A7-A0A6-1E8F826B1A51}" srcId="{8F3BFF77-315C-489B-BDE7-567522DE083E}" destId="{6B826AC4-3183-4B66-8083-EFC005CB75C2}" srcOrd="1" destOrd="0" parTransId="{AAB68433-99A3-447C-851D-E4DA1B3C3640}" sibTransId="{ECD6286C-C202-4A7F-B6EC-C1AF648533AA}"/>
    <dgm:cxn modelId="{64C521A3-7D46-47DD-92AA-B5095903061C}" srcId="{8F3BFF77-315C-489B-BDE7-567522DE083E}" destId="{B353E3AA-60FE-4EC1-A9E7-018F03B98858}" srcOrd="2" destOrd="0" parTransId="{0855E5DF-3F07-4651-8C10-A3593F776A53}" sibTransId="{4740AACA-3C6F-4F4B-BFFA-FC1E7DFA6C59}"/>
    <dgm:cxn modelId="{79B19EAF-78B8-4486-A3C2-5262E8B74FBA}" type="presOf" srcId="{8F3BFF77-315C-489B-BDE7-567522DE083E}" destId="{2E396AD6-EB67-412D-BA35-828FD3B2BE1B}" srcOrd="0" destOrd="0" presId="urn:microsoft.com/office/officeart/2018/5/layout/IconLeafLabelList"/>
    <dgm:cxn modelId="{C39EFDB0-061B-43E5-977D-DE49D2314960}" srcId="{8F3BFF77-315C-489B-BDE7-567522DE083E}" destId="{715DE299-3844-423D-AB4D-24346A2E2CE7}" srcOrd="4" destOrd="0" parTransId="{8D2BB3F8-F096-4453-81B7-79BB8F0D73F8}" sibTransId="{56D383CA-97E9-4C3B-926E-A916A0D523B0}"/>
    <dgm:cxn modelId="{C3518EB7-9EA3-42C1-AFDD-B234394751F9}" type="presOf" srcId="{6B826AC4-3183-4B66-8083-EFC005CB75C2}" destId="{0F82F0B1-E95A-46E4-BAE6-979AC034D912}" srcOrd="0" destOrd="0" presId="urn:microsoft.com/office/officeart/2018/5/layout/IconLeafLabelList"/>
    <dgm:cxn modelId="{687C8FCF-B1A7-4193-B43A-AC9A8693F4AB}" type="presOf" srcId="{B353E3AA-60FE-4EC1-A9E7-018F03B98858}" destId="{9EAC9048-4A46-495A-9774-E9594D9BBDD7}" srcOrd="0" destOrd="0" presId="urn:microsoft.com/office/officeart/2018/5/layout/IconLeafLabelList"/>
    <dgm:cxn modelId="{90FEA4EC-FFB1-4AED-86BC-C6AC71DB92DB}" srcId="{8F3BFF77-315C-489B-BDE7-567522DE083E}" destId="{38D44C31-E153-4D17-8DDA-1A97B0BAB002}" srcOrd="3" destOrd="0" parTransId="{747CB63D-C944-40E8-97E0-74625F4F5DEF}" sibTransId="{076C8DAD-57B9-453F-961A-FE6A32AD97B1}"/>
    <dgm:cxn modelId="{CC4BA9FF-19E1-4F6E-9080-FE79D383DF42}" type="presOf" srcId="{ED94AED5-3896-4D9F-B77A-EDFA91FEF711}" destId="{DFBDB3BD-56A8-46C3-B51F-A1489367DC8B}" srcOrd="0" destOrd="0" presId="urn:microsoft.com/office/officeart/2018/5/layout/IconLeafLabelList"/>
    <dgm:cxn modelId="{D99022A4-83CA-4F30-BD7C-21E9CDE30C85}" type="presParOf" srcId="{2E396AD6-EB67-412D-BA35-828FD3B2BE1B}" destId="{2DBD5325-DC73-44D1-8830-89836450E4B7}" srcOrd="0" destOrd="0" presId="urn:microsoft.com/office/officeart/2018/5/layout/IconLeafLabelList"/>
    <dgm:cxn modelId="{822FFE69-A089-4AA2-8D66-CCEED28A8708}" type="presParOf" srcId="{2DBD5325-DC73-44D1-8830-89836450E4B7}" destId="{221292C4-5A8E-45B8-9FF5-FFD164113293}" srcOrd="0" destOrd="0" presId="urn:microsoft.com/office/officeart/2018/5/layout/IconLeafLabelList"/>
    <dgm:cxn modelId="{51A42122-F9E1-4EB5-919E-7E49BA6E2B6C}" type="presParOf" srcId="{2DBD5325-DC73-44D1-8830-89836450E4B7}" destId="{E8096BDF-A9A4-4E64-B35D-32743B9B1397}" srcOrd="1" destOrd="0" presId="urn:microsoft.com/office/officeart/2018/5/layout/IconLeafLabelList"/>
    <dgm:cxn modelId="{EED1009E-3BC3-43FD-B3B7-8DBF0D56E397}" type="presParOf" srcId="{2DBD5325-DC73-44D1-8830-89836450E4B7}" destId="{C4A52450-C6B9-4FCB-BBCA-8042D82F0CE9}" srcOrd="2" destOrd="0" presId="urn:microsoft.com/office/officeart/2018/5/layout/IconLeafLabelList"/>
    <dgm:cxn modelId="{9F4C57AE-9C3C-486D-89F6-3661CA8215D7}" type="presParOf" srcId="{2DBD5325-DC73-44D1-8830-89836450E4B7}" destId="{DFBDB3BD-56A8-46C3-B51F-A1489367DC8B}" srcOrd="3" destOrd="0" presId="urn:microsoft.com/office/officeart/2018/5/layout/IconLeafLabelList"/>
    <dgm:cxn modelId="{FF5DEC69-B4D3-481E-8ECB-E73F557BCB51}" type="presParOf" srcId="{2E396AD6-EB67-412D-BA35-828FD3B2BE1B}" destId="{62A7E1CE-26FF-415F-B7A1-7759D61FAE9D}" srcOrd="1" destOrd="0" presId="urn:microsoft.com/office/officeart/2018/5/layout/IconLeafLabelList"/>
    <dgm:cxn modelId="{3D7A8423-ED56-46DA-88EE-1C15908BECC0}" type="presParOf" srcId="{2E396AD6-EB67-412D-BA35-828FD3B2BE1B}" destId="{B03CF141-5045-41DC-B201-39166635A537}" srcOrd="2" destOrd="0" presId="urn:microsoft.com/office/officeart/2018/5/layout/IconLeafLabelList"/>
    <dgm:cxn modelId="{07DCC1F0-D9DB-4847-B7D5-487AF430E73A}" type="presParOf" srcId="{B03CF141-5045-41DC-B201-39166635A537}" destId="{1C14FF70-1F6F-4A4E-BAED-C18CE7949C83}" srcOrd="0" destOrd="0" presId="urn:microsoft.com/office/officeart/2018/5/layout/IconLeafLabelList"/>
    <dgm:cxn modelId="{D0AE094D-DE81-4379-A19A-67D61E71942B}" type="presParOf" srcId="{B03CF141-5045-41DC-B201-39166635A537}" destId="{3048368D-580C-4D7E-9335-F74708014307}" srcOrd="1" destOrd="0" presId="urn:microsoft.com/office/officeart/2018/5/layout/IconLeafLabelList"/>
    <dgm:cxn modelId="{153C25AE-5696-4B05-BD99-319F7FF81CFA}" type="presParOf" srcId="{B03CF141-5045-41DC-B201-39166635A537}" destId="{C7F7824B-CB38-414D-95C5-4FE2BF74BB47}" srcOrd="2" destOrd="0" presId="urn:microsoft.com/office/officeart/2018/5/layout/IconLeafLabelList"/>
    <dgm:cxn modelId="{2DF7AE0E-4435-46EC-9D41-CAB963F4F6F2}" type="presParOf" srcId="{B03CF141-5045-41DC-B201-39166635A537}" destId="{0F82F0B1-E95A-46E4-BAE6-979AC034D912}" srcOrd="3" destOrd="0" presId="urn:microsoft.com/office/officeart/2018/5/layout/IconLeafLabelList"/>
    <dgm:cxn modelId="{E4F49F25-B50F-4D4F-B891-F9497F34B46F}" type="presParOf" srcId="{2E396AD6-EB67-412D-BA35-828FD3B2BE1B}" destId="{4A8C1880-D8E3-479E-89DF-5DADEF14F5B6}" srcOrd="3" destOrd="0" presId="urn:microsoft.com/office/officeart/2018/5/layout/IconLeafLabelList"/>
    <dgm:cxn modelId="{A182445D-8302-4B56-8342-7E513E41449E}" type="presParOf" srcId="{2E396AD6-EB67-412D-BA35-828FD3B2BE1B}" destId="{B7B19756-A70B-44DE-B03B-99CF93839A89}" srcOrd="4" destOrd="0" presId="urn:microsoft.com/office/officeart/2018/5/layout/IconLeafLabelList"/>
    <dgm:cxn modelId="{92AE9A42-8242-4C37-90F2-7EC275DC6948}" type="presParOf" srcId="{B7B19756-A70B-44DE-B03B-99CF93839A89}" destId="{E6F2D14D-F2B7-47C1-84A0-15CF722EA4D5}" srcOrd="0" destOrd="0" presId="urn:microsoft.com/office/officeart/2018/5/layout/IconLeafLabelList"/>
    <dgm:cxn modelId="{F815A931-742F-40C1-834F-0641BDF9A7EC}" type="presParOf" srcId="{B7B19756-A70B-44DE-B03B-99CF93839A89}" destId="{583D9E21-971A-4361-A9E9-EE513EAA3E73}" srcOrd="1" destOrd="0" presId="urn:microsoft.com/office/officeart/2018/5/layout/IconLeafLabelList"/>
    <dgm:cxn modelId="{534F0661-DC49-4F12-8CAC-A07E6E263D41}" type="presParOf" srcId="{B7B19756-A70B-44DE-B03B-99CF93839A89}" destId="{5A1BF6B1-D3AC-4738-B173-4426C681DC7B}" srcOrd="2" destOrd="0" presId="urn:microsoft.com/office/officeart/2018/5/layout/IconLeafLabelList"/>
    <dgm:cxn modelId="{B6FED5B1-A173-4976-882E-0EC836A37D81}" type="presParOf" srcId="{B7B19756-A70B-44DE-B03B-99CF93839A89}" destId="{9EAC9048-4A46-495A-9774-E9594D9BBDD7}" srcOrd="3" destOrd="0" presId="urn:microsoft.com/office/officeart/2018/5/layout/IconLeafLabelList"/>
    <dgm:cxn modelId="{0C483A07-E3B7-4811-9EC1-A09A3B51795F}" type="presParOf" srcId="{2E396AD6-EB67-412D-BA35-828FD3B2BE1B}" destId="{9B194B58-D5AE-442C-AB12-868921829AB2}" srcOrd="5" destOrd="0" presId="urn:microsoft.com/office/officeart/2018/5/layout/IconLeafLabelList"/>
    <dgm:cxn modelId="{5D5D9001-25D3-4F71-887C-F0A5B6410ACA}" type="presParOf" srcId="{2E396AD6-EB67-412D-BA35-828FD3B2BE1B}" destId="{20D93965-89DC-423A-919F-84C31BB99EFA}" srcOrd="6" destOrd="0" presId="urn:microsoft.com/office/officeart/2018/5/layout/IconLeafLabelList"/>
    <dgm:cxn modelId="{01C05F8F-D0AE-49CB-88F5-8B6951A20B39}" type="presParOf" srcId="{20D93965-89DC-423A-919F-84C31BB99EFA}" destId="{999034A3-FEBE-40BD-80F1-55DA17190A71}" srcOrd="0" destOrd="0" presId="urn:microsoft.com/office/officeart/2018/5/layout/IconLeafLabelList"/>
    <dgm:cxn modelId="{DB8EAEE5-D27C-4404-95FE-A851640909B7}" type="presParOf" srcId="{20D93965-89DC-423A-919F-84C31BB99EFA}" destId="{BE734C81-0AD6-4498-912A-40FA0704F7F7}" srcOrd="1" destOrd="0" presId="urn:microsoft.com/office/officeart/2018/5/layout/IconLeafLabelList"/>
    <dgm:cxn modelId="{96F1FF8B-B5F9-465D-BC7E-FDBFD1C07EDF}" type="presParOf" srcId="{20D93965-89DC-423A-919F-84C31BB99EFA}" destId="{5B2D7239-35A4-4AF5-9EE8-355C31C5A87C}" srcOrd="2" destOrd="0" presId="urn:microsoft.com/office/officeart/2018/5/layout/IconLeafLabelList"/>
    <dgm:cxn modelId="{F30E4354-4975-4CE8-B6F2-2B4CE148871B}" type="presParOf" srcId="{20D93965-89DC-423A-919F-84C31BB99EFA}" destId="{731B891D-21C3-4076-8412-E3C58EFBEC90}" srcOrd="3" destOrd="0" presId="urn:microsoft.com/office/officeart/2018/5/layout/IconLeafLabelList"/>
    <dgm:cxn modelId="{6D7EBF86-74DB-4292-813E-2F1974607789}" type="presParOf" srcId="{2E396AD6-EB67-412D-BA35-828FD3B2BE1B}" destId="{4F9614B2-85D4-49BD-B561-34DAA6827A36}" srcOrd="7" destOrd="0" presId="urn:microsoft.com/office/officeart/2018/5/layout/IconLeafLabelList"/>
    <dgm:cxn modelId="{2D36394A-D5C9-4C10-B988-AE755121B638}" type="presParOf" srcId="{2E396AD6-EB67-412D-BA35-828FD3B2BE1B}" destId="{FE3BFABE-8D27-4526-B060-EBFD42028608}" srcOrd="8" destOrd="0" presId="urn:microsoft.com/office/officeart/2018/5/layout/IconLeafLabelList"/>
    <dgm:cxn modelId="{A3144C9E-771D-40BE-A0D6-55F428B3E10E}" type="presParOf" srcId="{FE3BFABE-8D27-4526-B060-EBFD42028608}" destId="{B0F85070-72A9-46F3-9873-2A42EA84BFE1}" srcOrd="0" destOrd="0" presId="urn:microsoft.com/office/officeart/2018/5/layout/IconLeafLabelList"/>
    <dgm:cxn modelId="{3C6CC526-FE81-4E36-AC1C-F7725D4E6492}" type="presParOf" srcId="{FE3BFABE-8D27-4526-B060-EBFD42028608}" destId="{737D955B-A71D-4147-A0EC-5C5E110D9B87}" srcOrd="1" destOrd="0" presId="urn:microsoft.com/office/officeart/2018/5/layout/IconLeafLabelList"/>
    <dgm:cxn modelId="{9BA17AE2-EFA5-496B-B114-E6B61411754B}" type="presParOf" srcId="{FE3BFABE-8D27-4526-B060-EBFD42028608}" destId="{E5F08522-2685-45EC-B2B6-34210E2AC97F}" srcOrd="2" destOrd="0" presId="urn:microsoft.com/office/officeart/2018/5/layout/IconLeafLabelList"/>
    <dgm:cxn modelId="{6F0B9863-FE61-4808-ADA1-4401E6E675D4}" type="presParOf" srcId="{FE3BFABE-8D27-4526-B060-EBFD42028608}" destId="{7B51D551-E7FF-492B-8EF0-7C0788E58E24}"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682073-2C0E-47E8-B969-52C7AFE340D4}">
      <dsp:nvSpPr>
        <dsp:cNvPr id="0" name=""/>
        <dsp:cNvSpPr/>
      </dsp:nvSpPr>
      <dsp:spPr>
        <a:xfrm>
          <a:off x="1073586" y="3281"/>
          <a:ext cx="2710383" cy="1626230"/>
        </a:xfrm>
        <a:prstGeom prst="rect">
          <a:avLst/>
        </a:prstGeom>
        <a:gradFill rotWithShape="0">
          <a:gsLst>
            <a:gs pos="0">
              <a:schemeClr val="accent2">
                <a:hueOff val="0"/>
                <a:satOff val="0"/>
                <a:lumOff val="0"/>
                <a:alphaOff val="0"/>
                <a:tint val="96000"/>
                <a:satMod val="100000"/>
                <a:lumMod val="104000"/>
              </a:schemeClr>
            </a:gs>
            <a:gs pos="78000">
              <a:schemeClr val="accent2">
                <a:hueOff val="0"/>
                <a:satOff val="0"/>
                <a:lumOff val="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fr-CA" sz="4500" kern="1200"/>
            <a:t>React</a:t>
          </a:r>
          <a:endParaRPr lang="en-US" sz="4500" kern="1200"/>
        </a:p>
      </dsp:txBody>
      <dsp:txXfrm>
        <a:off x="1073586" y="3281"/>
        <a:ext cx="2710383" cy="1626230"/>
      </dsp:txXfrm>
    </dsp:sp>
    <dsp:sp modelId="{123B33E5-7B54-4E6D-BC8B-1D8C4072DEF6}">
      <dsp:nvSpPr>
        <dsp:cNvPr id="0" name=""/>
        <dsp:cNvSpPr/>
      </dsp:nvSpPr>
      <dsp:spPr>
        <a:xfrm>
          <a:off x="4055008" y="3281"/>
          <a:ext cx="2710383" cy="1626230"/>
        </a:xfrm>
        <a:prstGeom prst="rect">
          <a:avLst/>
        </a:prstGeom>
        <a:gradFill rotWithShape="0">
          <a:gsLst>
            <a:gs pos="0">
              <a:schemeClr val="accent2">
                <a:hueOff val="229898"/>
                <a:satOff val="-3754"/>
                <a:lumOff val="235"/>
                <a:alphaOff val="0"/>
                <a:tint val="96000"/>
                <a:satMod val="100000"/>
                <a:lumMod val="104000"/>
              </a:schemeClr>
            </a:gs>
            <a:gs pos="78000">
              <a:schemeClr val="accent2">
                <a:hueOff val="229898"/>
                <a:satOff val="-3754"/>
                <a:lumOff val="235"/>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fr-CA" sz="4500" kern="1200"/>
            <a:t>Spring</a:t>
          </a:r>
          <a:endParaRPr lang="en-US" sz="4500" kern="1200"/>
        </a:p>
      </dsp:txBody>
      <dsp:txXfrm>
        <a:off x="4055008" y="3281"/>
        <a:ext cx="2710383" cy="1626230"/>
      </dsp:txXfrm>
    </dsp:sp>
    <dsp:sp modelId="{17FB72DA-8A70-4DE1-8079-BF9CB67626CC}">
      <dsp:nvSpPr>
        <dsp:cNvPr id="0" name=""/>
        <dsp:cNvSpPr/>
      </dsp:nvSpPr>
      <dsp:spPr>
        <a:xfrm>
          <a:off x="7036430" y="3281"/>
          <a:ext cx="2710383" cy="1626230"/>
        </a:xfrm>
        <a:prstGeom prst="rect">
          <a:avLst/>
        </a:prstGeom>
        <a:gradFill rotWithShape="0">
          <a:gsLst>
            <a:gs pos="0">
              <a:schemeClr val="accent2">
                <a:hueOff val="459796"/>
                <a:satOff val="-7509"/>
                <a:lumOff val="470"/>
                <a:alphaOff val="0"/>
                <a:tint val="96000"/>
                <a:satMod val="100000"/>
                <a:lumMod val="104000"/>
              </a:schemeClr>
            </a:gs>
            <a:gs pos="78000">
              <a:schemeClr val="accent2">
                <a:hueOff val="459796"/>
                <a:satOff val="-7509"/>
                <a:lumOff val="47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fr-CA" sz="4500" kern="1200"/>
            <a:t>Spring Security</a:t>
          </a:r>
          <a:endParaRPr lang="en-US" sz="4500" kern="1200"/>
        </a:p>
      </dsp:txBody>
      <dsp:txXfrm>
        <a:off x="7036430" y="3281"/>
        <a:ext cx="2710383" cy="1626230"/>
      </dsp:txXfrm>
    </dsp:sp>
    <dsp:sp modelId="{D6CF7BA7-E4D0-41D6-ACCB-746178E38E6A}">
      <dsp:nvSpPr>
        <dsp:cNvPr id="0" name=""/>
        <dsp:cNvSpPr/>
      </dsp:nvSpPr>
      <dsp:spPr>
        <a:xfrm>
          <a:off x="1073586" y="1900550"/>
          <a:ext cx="2710383" cy="1626230"/>
        </a:xfrm>
        <a:prstGeom prst="rect">
          <a:avLst/>
        </a:prstGeom>
        <a:gradFill rotWithShape="0">
          <a:gsLst>
            <a:gs pos="0">
              <a:schemeClr val="accent2">
                <a:hueOff val="689694"/>
                <a:satOff val="-11263"/>
                <a:lumOff val="706"/>
                <a:alphaOff val="0"/>
                <a:tint val="96000"/>
                <a:satMod val="100000"/>
                <a:lumMod val="104000"/>
              </a:schemeClr>
            </a:gs>
            <a:gs pos="78000">
              <a:schemeClr val="accent2">
                <a:hueOff val="689694"/>
                <a:satOff val="-11263"/>
                <a:lumOff val="706"/>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fr-CA" sz="4500" kern="1200"/>
            <a:t>Tailwind CSS</a:t>
          </a:r>
          <a:endParaRPr lang="en-US" sz="4500" kern="1200"/>
        </a:p>
      </dsp:txBody>
      <dsp:txXfrm>
        <a:off x="1073586" y="1900550"/>
        <a:ext cx="2710383" cy="1626230"/>
      </dsp:txXfrm>
    </dsp:sp>
    <dsp:sp modelId="{ABD80137-6156-4E36-B2F0-19525ED13286}">
      <dsp:nvSpPr>
        <dsp:cNvPr id="0" name=""/>
        <dsp:cNvSpPr/>
      </dsp:nvSpPr>
      <dsp:spPr>
        <a:xfrm>
          <a:off x="4055008" y="1900550"/>
          <a:ext cx="2710383" cy="1626230"/>
        </a:xfrm>
        <a:prstGeom prst="rect">
          <a:avLst/>
        </a:prstGeom>
        <a:gradFill rotWithShape="0">
          <a:gsLst>
            <a:gs pos="0">
              <a:schemeClr val="accent2">
                <a:hueOff val="919592"/>
                <a:satOff val="-15018"/>
                <a:lumOff val="941"/>
                <a:alphaOff val="0"/>
                <a:tint val="96000"/>
                <a:satMod val="100000"/>
                <a:lumMod val="104000"/>
              </a:schemeClr>
            </a:gs>
            <a:gs pos="78000">
              <a:schemeClr val="accent2">
                <a:hueOff val="919592"/>
                <a:satOff val="-15018"/>
                <a:lumOff val="941"/>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fr-CA" sz="4500" kern="1200"/>
            <a:t>Axios</a:t>
          </a:r>
          <a:endParaRPr lang="en-US" sz="4500" kern="1200"/>
        </a:p>
      </dsp:txBody>
      <dsp:txXfrm>
        <a:off x="4055008" y="1900550"/>
        <a:ext cx="2710383" cy="1626230"/>
      </dsp:txXfrm>
    </dsp:sp>
    <dsp:sp modelId="{0AA3936C-AD32-471D-ABD2-4B53030A4793}">
      <dsp:nvSpPr>
        <dsp:cNvPr id="0" name=""/>
        <dsp:cNvSpPr/>
      </dsp:nvSpPr>
      <dsp:spPr>
        <a:xfrm>
          <a:off x="7036430" y="1900550"/>
          <a:ext cx="2710383" cy="1626230"/>
        </a:xfrm>
        <a:prstGeom prst="rect">
          <a:avLst/>
        </a:prstGeom>
        <a:gradFill rotWithShape="0">
          <a:gsLst>
            <a:gs pos="0">
              <a:schemeClr val="accent2">
                <a:hueOff val="1149490"/>
                <a:satOff val="-18772"/>
                <a:lumOff val="1176"/>
                <a:alphaOff val="0"/>
                <a:tint val="96000"/>
                <a:satMod val="100000"/>
                <a:lumMod val="104000"/>
              </a:schemeClr>
            </a:gs>
            <a:gs pos="78000">
              <a:schemeClr val="accent2">
                <a:hueOff val="1149490"/>
                <a:satOff val="-18772"/>
                <a:lumOff val="1176"/>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fr-CA" sz="4500" kern="1200"/>
            <a:t>SockJS</a:t>
          </a:r>
          <a:endParaRPr lang="en-US" sz="4500" kern="1200"/>
        </a:p>
      </dsp:txBody>
      <dsp:txXfrm>
        <a:off x="7036430" y="1900550"/>
        <a:ext cx="2710383" cy="16262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1292C4-5A8E-45B8-9FF5-FFD164113293}">
      <dsp:nvSpPr>
        <dsp:cNvPr id="0" name=""/>
        <dsp:cNvSpPr/>
      </dsp:nvSpPr>
      <dsp:spPr>
        <a:xfrm>
          <a:off x="631199" y="685031"/>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096BDF-A9A4-4E64-B35D-32743B9B1397}">
      <dsp:nvSpPr>
        <dsp:cNvPr id="0" name=""/>
        <dsp:cNvSpPr/>
      </dsp:nvSpPr>
      <dsp:spPr>
        <a:xfrm>
          <a:off x="865200" y="919031"/>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FBDB3BD-56A8-46C3-B51F-A1489367DC8B}">
      <dsp:nvSpPr>
        <dsp:cNvPr id="0" name=""/>
        <dsp:cNvSpPr/>
      </dsp:nvSpPr>
      <dsp:spPr>
        <a:xfrm>
          <a:off x="280199" y="212503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fr-CA" sz="1400" kern="1200"/>
            <a:t>Se connecter / S’enregistrer</a:t>
          </a:r>
          <a:endParaRPr lang="en-US" sz="1400" kern="1200"/>
        </a:p>
      </dsp:txBody>
      <dsp:txXfrm>
        <a:off x="280199" y="2125031"/>
        <a:ext cx="1800000" cy="720000"/>
      </dsp:txXfrm>
    </dsp:sp>
    <dsp:sp modelId="{1C14FF70-1F6F-4A4E-BAED-C18CE7949C83}">
      <dsp:nvSpPr>
        <dsp:cNvPr id="0" name=""/>
        <dsp:cNvSpPr/>
      </dsp:nvSpPr>
      <dsp:spPr>
        <a:xfrm>
          <a:off x="2746200" y="685031"/>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48368D-580C-4D7E-9335-F74708014307}">
      <dsp:nvSpPr>
        <dsp:cNvPr id="0" name=""/>
        <dsp:cNvSpPr/>
      </dsp:nvSpPr>
      <dsp:spPr>
        <a:xfrm>
          <a:off x="2980200" y="919031"/>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82F0B1-E95A-46E4-BAE6-979AC034D912}">
      <dsp:nvSpPr>
        <dsp:cNvPr id="0" name=""/>
        <dsp:cNvSpPr/>
      </dsp:nvSpPr>
      <dsp:spPr>
        <a:xfrm>
          <a:off x="2395200" y="212503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fr-CA" sz="1400" kern="1200" dirty="0"/>
            <a:t>Gérer des tâches et évènements personnelles</a:t>
          </a:r>
          <a:endParaRPr lang="en-US" sz="1400" kern="1200" dirty="0"/>
        </a:p>
      </dsp:txBody>
      <dsp:txXfrm>
        <a:off x="2395200" y="2125031"/>
        <a:ext cx="1800000" cy="720000"/>
      </dsp:txXfrm>
    </dsp:sp>
    <dsp:sp modelId="{E6F2D14D-F2B7-47C1-84A0-15CF722EA4D5}">
      <dsp:nvSpPr>
        <dsp:cNvPr id="0" name=""/>
        <dsp:cNvSpPr/>
      </dsp:nvSpPr>
      <dsp:spPr>
        <a:xfrm>
          <a:off x="4861200" y="685031"/>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3D9E21-971A-4361-A9E9-EE513EAA3E73}">
      <dsp:nvSpPr>
        <dsp:cNvPr id="0" name=""/>
        <dsp:cNvSpPr/>
      </dsp:nvSpPr>
      <dsp:spPr>
        <a:xfrm>
          <a:off x="5095200" y="919031"/>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EAC9048-4A46-495A-9774-E9594D9BBDD7}">
      <dsp:nvSpPr>
        <dsp:cNvPr id="0" name=""/>
        <dsp:cNvSpPr/>
      </dsp:nvSpPr>
      <dsp:spPr>
        <a:xfrm>
          <a:off x="4510200" y="212503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fr-CA" sz="1400" kern="1200" dirty="0"/>
            <a:t>Gérer des groupes</a:t>
          </a:r>
          <a:endParaRPr lang="en-US" sz="1400" kern="1200" dirty="0"/>
        </a:p>
      </dsp:txBody>
      <dsp:txXfrm>
        <a:off x="4510200" y="2125031"/>
        <a:ext cx="1800000" cy="720000"/>
      </dsp:txXfrm>
    </dsp:sp>
    <dsp:sp modelId="{999034A3-FEBE-40BD-80F1-55DA17190A71}">
      <dsp:nvSpPr>
        <dsp:cNvPr id="0" name=""/>
        <dsp:cNvSpPr/>
      </dsp:nvSpPr>
      <dsp:spPr>
        <a:xfrm>
          <a:off x="6976200" y="685031"/>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734C81-0AD6-4498-912A-40FA0704F7F7}">
      <dsp:nvSpPr>
        <dsp:cNvPr id="0" name=""/>
        <dsp:cNvSpPr/>
      </dsp:nvSpPr>
      <dsp:spPr>
        <a:xfrm>
          <a:off x="7210200" y="919031"/>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1B891D-21C3-4076-8412-E3C58EFBEC90}">
      <dsp:nvSpPr>
        <dsp:cNvPr id="0" name=""/>
        <dsp:cNvSpPr/>
      </dsp:nvSpPr>
      <dsp:spPr>
        <a:xfrm>
          <a:off x="6625200" y="212503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fr-CA" sz="1400" kern="1200" dirty="0"/>
            <a:t>Gérer des tâches et des évènements de groupe</a:t>
          </a:r>
          <a:endParaRPr lang="en-US" sz="1400" kern="1200" dirty="0"/>
        </a:p>
      </dsp:txBody>
      <dsp:txXfrm>
        <a:off x="6625200" y="2125031"/>
        <a:ext cx="1800000" cy="720000"/>
      </dsp:txXfrm>
    </dsp:sp>
    <dsp:sp modelId="{B0F85070-72A9-46F3-9873-2A42EA84BFE1}">
      <dsp:nvSpPr>
        <dsp:cNvPr id="0" name=""/>
        <dsp:cNvSpPr/>
      </dsp:nvSpPr>
      <dsp:spPr>
        <a:xfrm>
          <a:off x="9091200" y="685031"/>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7D955B-A71D-4147-A0EC-5C5E110D9B87}">
      <dsp:nvSpPr>
        <dsp:cNvPr id="0" name=""/>
        <dsp:cNvSpPr/>
      </dsp:nvSpPr>
      <dsp:spPr>
        <a:xfrm>
          <a:off x="9325199" y="919031"/>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51D551-E7FF-492B-8EF0-7C0788E58E24}">
      <dsp:nvSpPr>
        <dsp:cNvPr id="0" name=""/>
        <dsp:cNvSpPr/>
      </dsp:nvSpPr>
      <dsp:spPr>
        <a:xfrm>
          <a:off x="8740200" y="212503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CA" sz="1400" kern="1200" dirty="0"/>
            <a:t>Chat </a:t>
          </a:r>
          <a:r>
            <a:rPr lang="en-CA" sz="1400" kern="1200" dirty="0" err="1"/>
            <a:t>en</a:t>
          </a:r>
          <a:r>
            <a:rPr lang="en-CA" sz="1400" kern="1200" dirty="0"/>
            <a:t> temps r</a:t>
          </a:r>
          <a:r>
            <a:rPr lang="fr-CA" sz="1400" kern="1200" dirty="0" err="1"/>
            <a:t>éelle</a:t>
          </a:r>
          <a:endParaRPr lang="en-US" sz="1400" kern="1200" dirty="0"/>
        </a:p>
      </dsp:txBody>
      <dsp:txXfrm>
        <a:off x="8740200" y="2125031"/>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fr-FR"/>
              <a:t>Modifiez le style du titre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E9F5F4FD-FEBB-4A87-9FE6-EC189DBB3A92}" type="datetimeFigureOut">
              <a:rPr lang="en-US" smtClean="0"/>
              <a:t>5/9/2024</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3498651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F5F4FD-FEBB-4A87-9FE6-EC189DBB3A92}" type="datetimeFigureOut">
              <a:rPr lang="en-US" smtClean="0"/>
              <a:t>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886921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fr-FR"/>
              <a:t>Modifiez le style du titre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E9F5F4FD-FEBB-4A87-9FE6-EC189DBB3A92}" type="datetimeFigureOut">
              <a:rPr lang="en-US" smtClean="0"/>
              <a:t>5/9/2024</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1773984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9F5F4FD-FEBB-4A87-9FE6-EC189DBB3A92}" type="datetimeFigureOut">
              <a:rPr lang="en-US" smtClean="0"/>
              <a:t>5/9/2024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156189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fr-FR"/>
              <a:t>Modifiez le style du titre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5800" y="3132666"/>
            <a:ext cx="5311775"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132666"/>
            <a:ext cx="5334000"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9F5F4FD-FEBB-4A87-9FE6-EC189DBB3A92}" type="datetimeFigureOut">
              <a:rPr lang="en-US" smtClean="0"/>
              <a:t>5/9/2024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1023258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9F5F4FD-FEBB-4A87-9FE6-EC189DBB3A92}" type="datetimeFigureOut">
              <a:rPr lang="en-US" smtClean="0"/>
              <a:t>5/9/2024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3510394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5F4FD-FEBB-4A87-9FE6-EC189DBB3A92}" type="datetimeFigureOut">
              <a:rPr lang="en-US" smtClean="0"/>
              <a:t>5/9/2024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24998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fr-FR"/>
              <a:t>Modifiez le style du titre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9F5F4FD-FEBB-4A87-9FE6-EC189DBB3A92}" type="datetimeFigureOut">
              <a:rPr lang="en-US" smtClean="0"/>
              <a:t>5/9/2024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269304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9F5F4FD-FEBB-4A87-9FE6-EC189DBB3A92}" type="datetimeFigureOut">
              <a:rPr lang="en-US" smtClean="0"/>
              <a:t>5/9/2024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1608499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9F5F4FD-FEBB-4A87-9FE6-EC189DBB3A92}" type="datetimeFigureOut">
              <a:rPr lang="en-US" smtClean="0"/>
              <a:t>5/9/2024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1812153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9F5F4FD-FEBB-4A87-9FE6-EC189DBB3A92}" type="datetimeFigureOut">
              <a:rPr lang="en-US" smtClean="0"/>
              <a:t>5/9/2024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1629482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fr-FR"/>
              <a:t>Modifiez le style du titre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9F5F4FD-FEBB-4A87-9FE6-EC189DBB3A92}" type="datetimeFigureOut">
              <a:rPr lang="en-US" smtClean="0"/>
              <a:t>5/9/2024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E2659386-6BC7-4072-8FA9-7331BD50D0E2}" type="slidenum">
              <a:rPr lang="en-US" smtClean="0"/>
              <a:t>‹N°›</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8393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E9F5F4FD-FEBB-4A87-9FE6-EC189DBB3A92}" type="datetimeFigureOut">
              <a:rPr lang="en-US" smtClean="0"/>
              <a:t>5/9/2024</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8919120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fr-FR"/>
              <a:t>Modifiez le style du titre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E9F5F4FD-FEBB-4A87-9FE6-EC189DBB3A92}" type="datetimeFigureOut">
              <a:rPr lang="en-US" smtClean="0"/>
              <a:t>5/9/2024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12992089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fr-FR"/>
              <a:t>Modifiez le style du titre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E9F5F4FD-FEBB-4A87-9FE6-EC189DBB3A92}" type="datetimeFigureOut">
              <a:rPr lang="en-US" smtClean="0"/>
              <a:t>5/9/2024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34137148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F5F4FD-FEBB-4A87-9FE6-EC189DBB3A92}" type="datetimeFigureOut">
              <a:rPr lang="en-US" smtClean="0"/>
              <a:t>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11765847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E9F5F4FD-FEBB-4A87-9FE6-EC189DBB3A92}" type="datetimeFigureOut">
              <a:rPr lang="en-US" smtClean="0"/>
              <a:t>5/9/2024</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E2659386-6BC7-4072-8FA9-7331BD50D0E2}" type="slidenum">
              <a:rPr lang="en-US" smtClean="0"/>
              <a:t>‹N°›</a:t>
            </a:fld>
            <a:endParaRPr lang="en-US"/>
          </a:p>
        </p:txBody>
      </p:sp>
    </p:spTree>
    <p:extLst>
      <p:ext uri="{BB962C8B-B14F-4D97-AF65-F5344CB8AC3E}">
        <p14:creationId xmlns:p14="http://schemas.microsoft.com/office/powerpoint/2010/main" val="3948107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9F5F4FD-FEBB-4A87-9FE6-EC189DBB3A92}" type="datetimeFigureOut">
              <a:rPr lang="en-US" smtClean="0"/>
              <a:t>5/9/2024</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2659386-6BC7-4072-8FA9-7331BD50D0E2}" type="slidenum">
              <a:rPr lang="en-US" smtClean="0"/>
              <a:t>‹N°›</a:t>
            </a:fld>
            <a:endParaRPr lang="en-US"/>
          </a:p>
        </p:txBody>
      </p:sp>
    </p:spTree>
    <p:extLst>
      <p:ext uri="{BB962C8B-B14F-4D97-AF65-F5344CB8AC3E}">
        <p14:creationId xmlns:p14="http://schemas.microsoft.com/office/powerpoint/2010/main" val="17221094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30FD700-069E-45B7-99EE-9FD40B196D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re 1">
            <a:extLst>
              <a:ext uri="{FF2B5EF4-FFF2-40B4-BE49-F238E27FC236}">
                <a16:creationId xmlns:a16="http://schemas.microsoft.com/office/drawing/2014/main" id="{D7F67149-63EC-6604-EED4-F7448C126DE7}"/>
              </a:ext>
            </a:extLst>
          </p:cNvPr>
          <p:cNvSpPr>
            <a:spLocks noGrp="1"/>
          </p:cNvSpPr>
          <p:nvPr>
            <p:ph type="ctrTitle"/>
          </p:nvPr>
        </p:nvSpPr>
        <p:spPr>
          <a:xfrm>
            <a:off x="2895600" y="764373"/>
            <a:ext cx="8610600" cy="1293028"/>
          </a:xfrm>
        </p:spPr>
        <p:txBody>
          <a:bodyPr vert="horz" lIns="91440" tIns="45720" rIns="91440" bIns="45720" rtlCol="0" anchor="ctr">
            <a:normAutofit/>
          </a:bodyPr>
          <a:lstStyle/>
          <a:p>
            <a:pPr algn="r"/>
            <a:r>
              <a:rPr lang="en-US" sz="4000" dirty="0"/>
              <a:t>Event Flow Planner</a:t>
            </a:r>
          </a:p>
        </p:txBody>
      </p:sp>
      <p:sp>
        <p:nvSpPr>
          <p:cNvPr id="3" name="Sous-titre 2">
            <a:extLst>
              <a:ext uri="{FF2B5EF4-FFF2-40B4-BE49-F238E27FC236}">
                <a16:creationId xmlns:a16="http://schemas.microsoft.com/office/drawing/2014/main" id="{DA7F0F1F-CC41-1573-34DE-B0CCB0669BEF}"/>
              </a:ext>
            </a:extLst>
          </p:cNvPr>
          <p:cNvSpPr>
            <a:spLocks/>
          </p:cNvSpPr>
          <p:nvPr/>
        </p:nvSpPr>
        <p:spPr>
          <a:xfrm>
            <a:off x="908213" y="2189538"/>
            <a:ext cx="9376430" cy="478198"/>
          </a:xfrm>
          <a:prstGeom prst="rect">
            <a:avLst/>
          </a:prstGeom>
        </p:spPr>
        <p:txBody>
          <a:bodyPr/>
          <a:lstStyle/>
          <a:p>
            <a:pPr defTabSz="466344">
              <a:spcAft>
                <a:spcPts val="600"/>
              </a:spcAft>
            </a:pPr>
            <a:r>
              <a:rPr lang="en-CA" sz="1836" kern="1200" dirty="0" err="1">
                <a:solidFill>
                  <a:schemeClr val="tx1"/>
                </a:solidFill>
                <a:latin typeface="+mn-lt"/>
                <a:ea typeface="+mn-ea"/>
                <a:cs typeface="+mn-cs"/>
              </a:rPr>
              <a:t>L’objectif</a:t>
            </a:r>
            <a:endParaRPr lang="en-US" dirty="0"/>
          </a:p>
        </p:txBody>
      </p:sp>
      <p:sp>
        <p:nvSpPr>
          <p:cNvPr id="4" name="ZoneTexte 3">
            <a:extLst>
              <a:ext uri="{FF2B5EF4-FFF2-40B4-BE49-F238E27FC236}">
                <a16:creationId xmlns:a16="http://schemas.microsoft.com/office/drawing/2014/main" id="{EFFFF52A-EEB4-041C-BEDB-A6DECD34ED2C}"/>
              </a:ext>
            </a:extLst>
          </p:cNvPr>
          <p:cNvSpPr txBox="1"/>
          <p:nvPr/>
        </p:nvSpPr>
        <p:spPr>
          <a:xfrm>
            <a:off x="685800" y="2923638"/>
            <a:ext cx="10820400" cy="1787412"/>
          </a:xfrm>
          <a:prstGeom prst="rect">
            <a:avLst/>
          </a:prstGeom>
          <a:noFill/>
        </p:spPr>
        <p:txBody>
          <a:bodyPr wrap="square" rtlCol="0">
            <a:spAutoFit/>
          </a:bodyPr>
          <a:lstStyle/>
          <a:p>
            <a:pPr defTabSz="466344">
              <a:spcAft>
                <a:spcPts val="600"/>
              </a:spcAft>
            </a:pPr>
            <a:r>
              <a:rPr lang="fr-CA" sz="1836" kern="1200" dirty="0">
                <a:solidFill>
                  <a:schemeClr val="tx1"/>
                </a:solidFill>
                <a:latin typeface="+mn-lt"/>
                <a:ea typeface="+mn-ea"/>
                <a:cs typeface="+mn-cs"/>
              </a:rPr>
              <a:t>Le but de l’application est de permettre de gérer un agenda personnel ou de groupe pour suivre et distribuer des tâches et évènements de façon accessible depuis n’importe quel appareil. De plus, l’application permet de chatter en temps réelle en discussion privé ou en discussion publique avec tous les gens connecter. Plus tard le but sera de relié les tâches et les évènements autant personnel que de groupe à des alertes SMS pour ne pas oublier ou être en retard. </a:t>
            </a:r>
            <a:endParaRPr lang="en-US" dirty="0"/>
          </a:p>
        </p:txBody>
      </p:sp>
    </p:spTree>
    <p:extLst>
      <p:ext uri="{BB962C8B-B14F-4D97-AF65-F5344CB8AC3E}">
        <p14:creationId xmlns:p14="http://schemas.microsoft.com/office/powerpoint/2010/main" val="662722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47FF6A-CA2E-293A-97C4-65F3F9553D7E}"/>
              </a:ext>
            </a:extLst>
          </p:cNvPr>
          <p:cNvSpPr>
            <a:spLocks noGrp="1"/>
          </p:cNvSpPr>
          <p:nvPr>
            <p:ph type="title"/>
          </p:nvPr>
        </p:nvSpPr>
        <p:spPr>
          <a:xfrm>
            <a:off x="2895600" y="764373"/>
            <a:ext cx="8610600" cy="1293028"/>
          </a:xfrm>
        </p:spPr>
        <p:txBody>
          <a:bodyPr>
            <a:normAutofit/>
          </a:bodyPr>
          <a:lstStyle/>
          <a:p>
            <a:r>
              <a:rPr lang="en-CA" dirty="0"/>
              <a:t>Les technologies utilis</a:t>
            </a:r>
            <a:r>
              <a:rPr lang="fr-CA" dirty="0" err="1"/>
              <a:t>ées</a:t>
            </a:r>
            <a:endParaRPr lang="en-US"/>
          </a:p>
        </p:txBody>
      </p:sp>
      <p:graphicFrame>
        <p:nvGraphicFramePr>
          <p:cNvPr id="5" name="Espace réservé du contenu 2">
            <a:extLst>
              <a:ext uri="{FF2B5EF4-FFF2-40B4-BE49-F238E27FC236}">
                <a16:creationId xmlns:a16="http://schemas.microsoft.com/office/drawing/2014/main" id="{91683C87-46B4-D588-D1E6-C50678C89B2A}"/>
              </a:ext>
            </a:extLst>
          </p:cNvPr>
          <p:cNvGraphicFramePr>
            <a:graphicFrameLocks noGrp="1"/>
          </p:cNvGraphicFramePr>
          <p:nvPr>
            <p:ph idx="1"/>
            <p:extLst>
              <p:ext uri="{D42A27DB-BD31-4B8C-83A1-F6EECF244321}">
                <p14:modId xmlns:p14="http://schemas.microsoft.com/office/powerpoint/2010/main" val="236472276"/>
              </p:ext>
            </p:extLst>
          </p:nvPr>
        </p:nvGraphicFramePr>
        <p:xfrm>
          <a:off x="685800" y="2441051"/>
          <a:ext cx="10820400" cy="3530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1248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38C3EA-1F92-36CB-511C-828088B110BE}"/>
              </a:ext>
            </a:extLst>
          </p:cNvPr>
          <p:cNvSpPr>
            <a:spLocks noGrp="1"/>
          </p:cNvSpPr>
          <p:nvPr>
            <p:ph type="title"/>
          </p:nvPr>
        </p:nvSpPr>
        <p:spPr>
          <a:xfrm>
            <a:off x="2895600" y="764373"/>
            <a:ext cx="8610600" cy="1293028"/>
          </a:xfrm>
        </p:spPr>
        <p:txBody>
          <a:bodyPr>
            <a:normAutofit/>
          </a:bodyPr>
          <a:lstStyle/>
          <a:p>
            <a:r>
              <a:rPr lang="fr-CA"/>
              <a:t>Que Event Flow Planner permet de faire ?</a:t>
            </a:r>
            <a:endParaRPr lang="en-US" dirty="0"/>
          </a:p>
        </p:txBody>
      </p:sp>
      <p:graphicFrame>
        <p:nvGraphicFramePr>
          <p:cNvPr id="7" name="Espace réservé du contenu 2">
            <a:extLst>
              <a:ext uri="{FF2B5EF4-FFF2-40B4-BE49-F238E27FC236}">
                <a16:creationId xmlns:a16="http://schemas.microsoft.com/office/drawing/2014/main" id="{CD9FCB39-4576-2C90-A4E3-A2EAFEF17E5D}"/>
              </a:ext>
            </a:extLst>
          </p:cNvPr>
          <p:cNvGraphicFramePr>
            <a:graphicFrameLocks noGrp="1"/>
          </p:cNvGraphicFramePr>
          <p:nvPr>
            <p:ph idx="1"/>
            <p:extLst>
              <p:ext uri="{D42A27DB-BD31-4B8C-83A1-F6EECF244321}">
                <p14:modId xmlns:p14="http://schemas.microsoft.com/office/powerpoint/2010/main" val="1459802816"/>
              </p:ext>
            </p:extLst>
          </p:nvPr>
        </p:nvGraphicFramePr>
        <p:xfrm>
          <a:off x="685800" y="2441051"/>
          <a:ext cx="10820400" cy="3530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7671885"/>
      </p:ext>
    </p:extLst>
  </p:cSld>
  <p:clrMapOvr>
    <a:masterClrMapping/>
  </p:clrMapOvr>
</p:sld>
</file>

<file path=ppt/theme/theme1.xml><?xml version="1.0" encoding="utf-8"?>
<a:theme xmlns:a="http://schemas.openxmlformats.org/drawingml/2006/main" name="Traînée de condensation">
  <a:themeElements>
    <a:clrScheme name="Traînée de condensation">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Traînée de condensation">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aînée de condensation">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TM04033937[[fn=Traînée de condensation]]</Template>
  <TotalTime>48</TotalTime>
  <Words>134</Words>
  <Application>Microsoft Office PowerPoint</Application>
  <PresentationFormat>Grand écran</PresentationFormat>
  <Paragraphs>16</Paragraphs>
  <Slides>3</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vt:i4>
      </vt:variant>
    </vt:vector>
  </HeadingPairs>
  <TitlesOfParts>
    <vt:vector size="6" baseType="lpstr">
      <vt:lpstr>Arial</vt:lpstr>
      <vt:lpstr>Century Gothic</vt:lpstr>
      <vt:lpstr>Traînée de condensation</vt:lpstr>
      <vt:lpstr>Event Flow Planner</vt:lpstr>
      <vt:lpstr>Les technologies utilisées</vt:lpstr>
      <vt:lpstr>Que Event Flow Planner permet de faire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Flow Planner</dc:title>
  <dc:creator>Archambault-Bouffard Christopher-William</dc:creator>
  <cp:lastModifiedBy>Archambault-Bouffard Christopher-William</cp:lastModifiedBy>
  <cp:revision>6</cp:revision>
  <dcterms:created xsi:type="dcterms:W3CDTF">2024-05-09T14:26:24Z</dcterms:created>
  <dcterms:modified xsi:type="dcterms:W3CDTF">2024-05-10T00:25:25Z</dcterms:modified>
</cp:coreProperties>
</file>