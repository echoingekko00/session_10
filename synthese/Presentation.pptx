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2ACBA6B-BE78-4338-9996-88724D3FEC88}" type="doc">
      <dgm:prSet loTypeId="urn:microsoft.com/office/officeart/2005/8/layout/default" loCatId="list" qsTypeId="urn:microsoft.com/office/officeart/2005/8/quickstyle/simple4" qsCatId="simple" csTypeId="urn:microsoft.com/office/officeart/2005/8/colors/colorful2" csCatId="colorful"/>
      <dgm:spPr/>
      <dgm:t>
        <a:bodyPr/>
        <a:lstStyle/>
        <a:p>
          <a:endParaRPr lang="en-US"/>
        </a:p>
      </dgm:t>
    </dgm:pt>
    <dgm:pt modelId="{760CF032-2594-4F17-94D4-D5C9A3B62F7D}">
      <dgm:prSet/>
      <dgm:spPr/>
      <dgm:t>
        <a:bodyPr/>
        <a:lstStyle/>
        <a:p>
          <a:r>
            <a:rPr lang="fr-CA"/>
            <a:t>React</a:t>
          </a:r>
          <a:endParaRPr lang="en-US"/>
        </a:p>
      </dgm:t>
    </dgm:pt>
    <dgm:pt modelId="{01D049B6-4DE9-4D41-9F65-A5148051B36D}" type="parTrans" cxnId="{E7D14145-0441-4F28-B974-7C7EB8441476}">
      <dgm:prSet/>
      <dgm:spPr/>
      <dgm:t>
        <a:bodyPr/>
        <a:lstStyle/>
        <a:p>
          <a:endParaRPr lang="en-US"/>
        </a:p>
      </dgm:t>
    </dgm:pt>
    <dgm:pt modelId="{224171AB-4C19-41F4-88E5-5192B32FBE60}" type="sibTrans" cxnId="{E7D14145-0441-4F28-B974-7C7EB8441476}">
      <dgm:prSet/>
      <dgm:spPr/>
      <dgm:t>
        <a:bodyPr/>
        <a:lstStyle/>
        <a:p>
          <a:endParaRPr lang="en-US"/>
        </a:p>
      </dgm:t>
    </dgm:pt>
    <dgm:pt modelId="{823A6608-EFFA-4080-9034-97BC9ACBFE2D}">
      <dgm:prSet/>
      <dgm:spPr/>
      <dgm:t>
        <a:bodyPr/>
        <a:lstStyle/>
        <a:p>
          <a:r>
            <a:rPr lang="fr-CA"/>
            <a:t>Spring</a:t>
          </a:r>
          <a:endParaRPr lang="en-US"/>
        </a:p>
      </dgm:t>
    </dgm:pt>
    <dgm:pt modelId="{A4B56BC1-DF2F-44A0-83B3-763AB312BA8D}" type="parTrans" cxnId="{1B9F7358-D717-42C7-9D1D-6D764D1221F5}">
      <dgm:prSet/>
      <dgm:spPr/>
      <dgm:t>
        <a:bodyPr/>
        <a:lstStyle/>
        <a:p>
          <a:endParaRPr lang="en-US"/>
        </a:p>
      </dgm:t>
    </dgm:pt>
    <dgm:pt modelId="{AB39B41E-E4F2-4E95-B7E6-54A151BC9479}" type="sibTrans" cxnId="{1B9F7358-D717-42C7-9D1D-6D764D1221F5}">
      <dgm:prSet/>
      <dgm:spPr/>
      <dgm:t>
        <a:bodyPr/>
        <a:lstStyle/>
        <a:p>
          <a:endParaRPr lang="en-US"/>
        </a:p>
      </dgm:t>
    </dgm:pt>
    <dgm:pt modelId="{7907B665-B640-45D3-A2F1-7F6B6AFF8473}">
      <dgm:prSet/>
      <dgm:spPr/>
      <dgm:t>
        <a:bodyPr/>
        <a:lstStyle/>
        <a:p>
          <a:r>
            <a:rPr lang="fr-CA"/>
            <a:t>Spring Security</a:t>
          </a:r>
          <a:endParaRPr lang="en-US"/>
        </a:p>
      </dgm:t>
    </dgm:pt>
    <dgm:pt modelId="{1F7A3AA9-8046-48C5-B7AB-CDADB1CF9097}" type="parTrans" cxnId="{F3825B40-7D21-47EB-A3E4-236F3CF5E105}">
      <dgm:prSet/>
      <dgm:spPr/>
      <dgm:t>
        <a:bodyPr/>
        <a:lstStyle/>
        <a:p>
          <a:endParaRPr lang="en-US"/>
        </a:p>
      </dgm:t>
    </dgm:pt>
    <dgm:pt modelId="{02810710-7F7F-4DCF-81BE-F1B2A0BA6A9C}" type="sibTrans" cxnId="{F3825B40-7D21-47EB-A3E4-236F3CF5E105}">
      <dgm:prSet/>
      <dgm:spPr/>
      <dgm:t>
        <a:bodyPr/>
        <a:lstStyle/>
        <a:p>
          <a:endParaRPr lang="en-US"/>
        </a:p>
      </dgm:t>
    </dgm:pt>
    <dgm:pt modelId="{F65E2150-E442-47DB-A3BB-A19DFAD2DAD9}">
      <dgm:prSet/>
      <dgm:spPr/>
      <dgm:t>
        <a:bodyPr/>
        <a:lstStyle/>
        <a:p>
          <a:r>
            <a:rPr lang="fr-CA"/>
            <a:t>Tailwind CSS</a:t>
          </a:r>
          <a:endParaRPr lang="en-US"/>
        </a:p>
      </dgm:t>
    </dgm:pt>
    <dgm:pt modelId="{F5C1258B-FBF9-4845-9287-524147C53F6C}" type="parTrans" cxnId="{AD46DCBE-5F8F-4C0E-8A08-96AADE1C25F2}">
      <dgm:prSet/>
      <dgm:spPr/>
      <dgm:t>
        <a:bodyPr/>
        <a:lstStyle/>
        <a:p>
          <a:endParaRPr lang="en-US"/>
        </a:p>
      </dgm:t>
    </dgm:pt>
    <dgm:pt modelId="{B43BC90A-2477-4B5F-AC69-E4CBB1B94AB5}" type="sibTrans" cxnId="{AD46DCBE-5F8F-4C0E-8A08-96AADE1C25F2}">
      <dgm:prSet/>
      <dgm:spPr/>
      <dgm:t>
        <a:bodyPr/>
        <a:lstStyle/>
        <a:p>
          <a:endParaRPr lang="en-US"/>
        </a:p>
      </dgm:t>
    </dgm:pt>
    <dgm:pt modelId="{8CA66ADA-D253-4188-B114-D7F253EE670E}">
      <dgm:prSet/>
      <dgm:spPr/>
      <dgm:t>
        <a:bodyPr/>
        <a:lstStyle/>
        <a:p>
          <a:r>
            <a:rPr lang="fr-CA"/>
            <a:t>Axios</a:t>
          </a:r>
          <a:endParaRPr lang="en-US"/>
        </a:p>
      </dgm:t>
    </dgm:pt>
    <dgm:pt modelId="{5FDCA8C3-2929-4391-BF49-6DF6243E48CC}" type="parTrans" cxnId="{00FAA05E-C4C9-4CB8-9686-126B424E731F}">
      <dgm:prSet/>
      <dgm:spPr/>
      <dgm:t>
        <a:bodyPr/>
        <a:lstStyle/>
        <a:p>
          <a:endParaRPr lang="en-US"/>
        </a:p>
      </dgm:t>
    </dgm:pt>
    <dgm:pt modelId="{DC315EF5-BC0C-41BD-86F5-68866CB9B79F}" type="sibTrans" cxnId="{00FAA05E-C4C9-4CB8-9686-126B424E731F}">
      <dgm:prSet/>
      <dgm:spPr/>
      <dgm:t>
        <a:bodyPr/>
        <a:lstStyle/>
        <a:p>
          <a:endParaRPr lang="en-US"/>
        </a:p>
      </dgm:t>
    </dgm:pt>
    <dgm:pt modelId="{7FB4601D-5695-4DC9-BA03-BF316AC5738A}">
      <dgm:prSet/>
      <dgm:spPr/>
      <dgm:t>
        <a:bodyPr/>
        <a:lstStyle/>
        <a:p>
          <a:r>
            <a:rPr lang="fr-CA"/>
            <a:t>SockJS</a:t>
          </a:r>
          <a:endParaRPr lang="en-US"/>
        </a:p>
      </dgm:t>
    </dgm:pt>
    <dgm:pt modelId="{9F7652E1-98CF-4C03-969D-EA47E9BE7BB8}" type="parTrans" cxnId="{740756C3-ED74-48A0-863F-E73D0A04C45C}">
      <dgm:prSet/>
      <dgm:spPr/>
      <dgm:t>
        <a:bodyPr/>
        <a:lstStyle/>
        <a:p>
          <a:endParaRPr lang="en-US"/>
        </a:p>
      </dgm:t>
    </dgm:pt>
    <dgm:pt modelId="{DA457860-C96A-4E71-8249-885EFE66A3BF}" type="sibTrans" cxnId="{740756C3-ED74-48A0-863F-E73D0A04C45C}">
      <dgm:prSet/>
      <dgm:spPr/>
      <dgm:t>
        <a:bodyPr/>
        <a:lstStyle/>
        <a:p>
          <a:endParaRPr lang="en-US"/>
        </a:p>
      </dgm:t>
    </dgm:pt>
    <dgm:pt modelId="{3F82B6DC-145C-483A-A945-5A3AEFB82352}" type="pres">
      <dgm:prSet presAssocID="{42ACBA6B-BE78-4338-9996-88724D3FEC88}" presName="diagram" presStyleCnt="0">
        <dgm:presLayoutVars>
          <dgm:dir/>
          <dgm:resizeHandles val="exact"/>
        </dgm:presLayoutVars>
      </dgm:prSet>
      <dgm:spPr/>
    </dgm:pt>
    <dgm:pt modelId="{63682073-2C0E-47E8-B969-52C7AFE340D4}" type="pres">
      <dgm:prSet presAssocID="{760CF032-2594-4F17-94D4-D5C9A3B62F7D}" presName="node" presStyleLbl="node1" presStyleIdx="0" presStyleCnt="6">
        <dgm:presLayoutVars>
          <dgm:bulletEnabled val="1"/>
        </dgm:presLayoutVars>
      </dgm:prSet>
      <dgm:spPr/>
    </dgm:pt>
    <dgm:pt modelId="{1D4B5215-F6AB-4973-8E4A-F9BF83F1E9A3}" type="pres">
      <dgm:prSet presAssocID="{224171AB-4C19-41F4-88E5-5192B32FBE60}" presName="sibTrans" presStyleCnt="0"/>
      <dgm:spPr/>
    </dgm:pt>
    <dgm:pt modelId="{123B33E5-7B54-4E6D-BC8B-1D8C4072DEF6}" type="pres">
      <dgm:prSet presAssocID="{823A6608-EFFA-4080-9034-97BC9ACBFE2D}" presName="node" presStyleLbl="node1" presStyleIdx="1" presStyleCnt="6">
        <dgm:presLayoutVars>
          <dgm:bulletEnabled val="1"/>
        </dgm:presLayoutVars>
      </dgm:prSet>
      <dgm:spPr/>
    </dgm:pt>
    <dgm:pt modelId="{AEEB1E1C-0AEE-4009-92D1-951C0CB8E37C}" type="pres">
      <dgm:prSet presAssocID="{AB39B41E-E4F2-4E95-B7E6-54A151BC9479}" presName="sibTrans" presStyleCnt="0"/>
      <dgm:spPr/>
    </dgm:pt>
    <dgm:pt modelId="{17FB72DA-8A70-4DE1-8079-BF9CB67626CC}" type="pres">
      <dgm:prSet presAssocID="{7907B665-B640-45D3-A2F1-7F6B6AFF8473}" presName="node" presStyleLbl="node1" presStyleIdx="2" presStyleCnt="6">
        <dgm:presLayoutVars>
          <dgm:bulletEnabled val="1"/>
        </dgm:presLayoutVars>
      </dgm:prSet>
      <dgm:spPr/>
    </dgm:pt>
    <dgm:pt modelId="{6B76B0D7-0E00-49EA-8B6C-0EC08B29CC86}" type="pres">
      <dgm:prSet presAssocID="{02810710-7F7F-4DCF-81BE-F1B2A0BA6A9C}" presName="sibTrans" presStyleCnt="0"/>
      <dgm:spPr/>
    </dgm:pt>
    <dgm:pt modelId="{D6CF7BA7-E4D0-41D6-ACCB-746178E38E6A}" type="pres">
      <dgm:prSet presAssocID="{F65E2150-E442-47DB-A3BB-A19DFAD2DAD9}" presName="node" presStyleLbl="node1" presStyleIdx="3" presStyleCnt="6">
        <dgm:presLayoutVars>
          <dgm:bulletEnabled val="1"/>
        </dgm:presLayoutVars>
      </dgm:prSet>
      <dgm:spPr/>
    </dgm:pt>
    <dgm:pt modelId="{47D35525-6EE2-4554-B28E-564195356AE5}" type="pres">
      <dgm:prSet presAssocID="{B43BC90A-2477-4B5F-AC69-E4CBB1B94AB5}" presName="sibTrans" presStyleCnt="0"/>
      <dgm:spPr/>
    </dgm:pt>
    <dgm:pt modelId="{ABD80137-6156-4E36-B2F0-19525ED13286}" type="pres">
      <dgm:prSet presAssocID="{8CA66ADA-D253-4188-B114-D7F253EE670E}" presName="node" presStyleLbl="node1" presStyleIdx="4" presStyleCnt="6">
        <dgm:presLayoutVars>
          <dgm:bulletEnabled val="1"/>
        </dgm:presLayoutVars>
      </dgm:prSet>
      <dgm:spPr/>
    </dgm:pt>
    <dgm:pt modelId="{EAF5A2FF-078A-40B6-8816-4201B1C8B0ED}" type="pres">
      <dgm:prSet presAssocID="{DC315EF5-BC0C-41BD-86F5-68866CB9B79F}" presName="sibTrans" presStyleCnt="0"/>
      <dgm:spPr/>
    </dgm:pt>
    <dgm:pt modelId="{0AA3936C-AD32-471D-ABD2-4B53030A4793}" type="pres">
      <dgm:prSet presAssocID="{7FB4601D-5695-4DC9-BA03-BF316AC5738A}" presName="node" presStyleLbl="node1" presStyleIdx="5" presStyleCnt="6">
        <dgm:presLayoutVars>
          <dgm:bulletEnabled val="1"/>
        </dgm:presLayoutVars>
      </dgm:prSet>
      <dgm:spPr/>
    </dgm:pt>
  </dgm:ptLst>
  <dgm:cxnLst>
    <dgm:cxn modelId="{4375FE1F-849B-40F3-AC7F-1AD036672BDF}" type="presOf" srcId="{8CA66ADA-D253-4188-B114-D7F253EE670E}" destId="{ABD80137-6156-4E36-B2F0-19525ED13286}" srcOrd="0" destOrd="0" presId="urn:microsoft.com/office/officeart/2005/8/layout/default"/>
    <dgm:cxn modelId="{3CDBD429-D2E1-432E-A41C-A9BA74920197}" type="presOf" srcId="{823A6608-EFFA-4080-9034-97BC9ACBFE2D}" destId="{123B33E5-7B54-4E6D-BC8B-1D8C4072DEF6}" srcOrd="0" destOrd="0" presId="urn:microsoft.com/office/officeart/2005/8/layout/default"/>
    <dgm:cxn modelId="{F3825B40-7D21-47EB-A3E4-236F3CF5E105}" srcId="{42ACBA6B-BE78-4338-9996-88724D3FEC88}" destId="{7907B665-B640-45D3-A2F1-7F6B6AFF8473}" srcOrd="2" destOrd="0" parTransId="{1F7A3AA9-8046-48C5-B7AB-CDADB1CF9097}" sibTransId="{02810710-7F7F-4DCF-81BE-F1B2A0BA6A9C}"/>
    <dgm:cxn modelId="{00FAA05E-C4C9-4CB8-9686-126B424E731F}" srcId="{42ACBA6B-BE78-4338-9996-88724D3FEC88}" destId="{8CA66ADA-D253-4188-B114-D7F253EE670E}" srcOrd="4" destOrd="0" parTransId="{5FDCA8C3-2929-4391-BF49-6DF6243E48CC}" sibTransId="{DC315EF5-BC0C-41BD-86F5-68866CB9B79F}"/>
    <dgm:cxn modelId="{E7D14145-0441-4F28-B974-7C7EB8441476}" srcId="{42ACBA6B-BE78-4338-9996-88724D3FEC88}" destId="{760CF032-2594-4F17-94D4-D5C9A3B62F7D}" srcOrd="0" destOrd="0" parTransId="{01D049B6-4DE9-4D41-9F65-A5148051B36D}" sibTransId="{224171AB-4C19-41F4-88E5-5192B32FBE60}"/>
    <dgm:cxn modelId="{1B9F7358-D717-42C7-9D1D-6D764D1221F5}" srcId="{42ACBA6B-BE78-4338-9996-88724D3FEC88}" destId="{823A6608-EFFA-4080-9034-97BC9ACBFE2D}" srcOrd="1" destOrd="0" parTransId="{A4B56BC1-DF2F-44A0-83B3-763AB312BA8D}" sibTransId="{AB39B41E-E4F2-4E95-B7E6-54A151BC9479}"/>
    <dgm:cxn modelId="{5F7343AE-695B-45F7-B04B-952B42F363C9}" type="presOf" srcId="{760CF032-2594-4F17-94D4-D5C9A3B62F7D}" destId="{63682073-2C0E-47E8-B969-52C7AFE340D4}" srcOrd="0" destOrd="0" presId="urn:microsoft.com/office/officeart/2005/8/layout/default"/>
    <dgm:cxn modelId="{AD46DCBE-5F8F-4C0E-8A08-96AADE1C25F2}" srcId="{42ACBA6B-BE78-4338-9996-88724D3FEC88}" destId="{F65E2150-E442-47DB-A3BB-A19DFAD2DAD9}" srcOrd="3" destOrd="0" parTransId="{F5C1258B-FBF9-4845-9287-524147C53F6C}" sibTransId="{B43BC90A-2477-4B5F-AC69-E4CBB1B94AB5}"/>
    <dgm:cxn modelId="{740756C3-ED74-48A0-863F-E73D0A04C45C}" srcId="{42ACBA6B-BE78-4338-9996-88724D3FEC88}" destId="{7FB4601D-5695-4DC9-BA03-BF316AC5738A}" srcOrd="5" destOrd="0" parTransId="{9F7652E1-98CF-4C03-969D-EA47E9BE7BB8}" sibTransId="{DA457860-C96A-4E71-8249-885EFE66A3BF}"/>
    <dgm:cxn modelId="{24C770C9-2673-45AF-A9FD-7DDD663F3C6E}" type="presOf" srcId="{42ACBA6B-BE78-4338-9996-88724D3FEC88}" destId="{3F82B6DC-145C-483A-A945-5A3AEFB82352}" srcOrd="0" destOrd="0" presId="urn:microsoft.com/office/officeart/2005/8/layout/default"/>
    <dgm:cxn modelId="{91DDD3E7-367B-460F-BD35-F77E157DABF6}" type="presOf" srcId="{F65E2150-E442-47DB-A3BB-A19DFAD2DAD9}" destId="{D6CF7BA7-E4D0-41D6-ACCB-746178E38E6A}" srcOrd="0" destOrd="0" presId="urn:microsoft.com/office/officeart/2005/8/layout/default"/>
    <dgm:cxn modelId="{EB1E29F2-14A1-41EF-BE5E-C2152F4E4A18}" type="presOf" srcId="{7907B665-B640-45D3-A2F1-7F6B6AFF8473}" destId="{17FB72DA-8A70-4DE1-8079-BF9CB67626CC}" srcOrd="0" destOrd="0" presId="urn:microsoft.com/office/officeart/2005/8/layout/default"/>
    <dgm:cxn modelId="{B96937FA-BBEB-45E9-B30F-74B734DF2965}" type="presOf" srcId="{7FB4601D-5695-4DC9-BA03-BF316AC5738A}" destId="{0AA3936C-AD32-471D-ABD2-4B53030A4793}" srcOrd="0" destOrd="0" presId="urn:microsoft.com/office/officeart/2005/8/layout/default"/>
    <dgm:cxn modelId="{B44E474F-547E-42D8-A99E-EAA263466A53}" type="presParOf" srcId="{3F82B6DC-145C-483A-A945-5A3AEFB82352}" destId="{63682073-2C0E-47E8-B969-52C7AFE340D4}" srcOrd="0" destOrd="0" presId="urn:microsoft.com/office/officeart/2005/8/layout/default"/>
    <dgm:cxn modelId="{904FEEEE-34AB-4B82-8AAA-E1B14A3E6630}" type="presParOf" srcId="{3F82B6DC-145C-483A-A945-5A3AEFB82352}" destId="{1D4B5215-F6AB-4973-8E4A-F9BF83F1E9A3}" srcOrd="1" destOrd="0" presId="urn:microsoft.com/office/officeart/2005/8/layout/default"/>
    <dgm:cxn modelId="{D4A1601B-B407-4D6D-94FD-57D623F1C2F4}" type="presParOf" srcId="{3F82B6DC-145C-483A-A945-5A3AEFB82352}" destId="{123B33E5-7B54-4E6D-BC8B-1D8C4072DEF6}" srcOrd="2" destOrd="0" presId="urn:microsoft.com/office/officeart/2005/8/layout/default"/>
    <dgm:cxn modelId="{057221FC-2A57-4E03-8A6C-5DAE0C19C67F}" type="presParOf" srcId="{3F82B6DC-145C-483A-A945-5A3AEFB82352}" destId="{AEEB1E1C-0AEE-4009-92D1-951C0CB8E37C}" srcOrd="3" destOrd="0" presId="urn:microsoft.com/office/officeart/2005/8/layout/default"/>
    <dgm:cxn modelId="{F520C994-D49B-416E-8353-9E27BADF2816}" type="presParOf" srcId="{3F82B6DC-145C-483A-A945-5A3AEFB82352}" destId="{17FB72DA-8A70-4DE1-8079-BF9CB67626CC}" srcOrd="4" destOrd="0" presId="urn:microsoft.com/office/officeart/2005/8/layout/default"/>
    <dgm:cxn modelId="{7B6FFB48-11A7-4BA1-B855-5D79820BAD61}" type="presParOf" srcId="{3F82B6DC-145C-483A-A945-5A3AEFB82352}" destId="{6B76B0D7-0E00-49EA-8B6C-0EC08B29CC86}" srcOrd="5" destOrd="0" presId="urn:microsoft.com/office/officeart/2005/8/layout/default"/>
    <dgm:cxn modelId="{E46C3850-D81F-4873-8FAE-5D35220FF859}" type="presParOf" srcId="{3F82B6DC-145C-483A-A945-5A3AEFB82352}" destId="{D6CF7BA7-E4D0-41D6-ACCB-746178E38E6A}" srcOrd="6" destOrd="0" presId="urn:microsoft.com/office/officeart/2005/8/layout/default"/>
    <dgm:cxn modelId="{84F8A6B5-DEFE-4EC9-85DC-33DF13484858}" type="presParOf" srcId="{3F82B6DC-145C-483A-A945-5A3AEFB82352}" destId="{47D35525-6EE2-4554-B28E-564195356AE5}" srcOrd="7" destOrd="0" presId="urn:microsoft.com/office/officeart/2005/8/layout/default"/>
    <dgm:cxn modelId="{422384C0-E47D-425D-AE8D-6295801110FC}" type="presParOf" srcId="{3F82B6DC-145C-483A-A945-5A3AEFB82352}" destId="{ABD80137-6156-4E36-B2F0-19525ED13286}" srcOrd="8" destOrd="0" presId="urn:microsoft.com/office/officeart/2005/8/layout/default"/>
    <dgm:cxn modelId="{DFAA5963-EF49-4D5D-A774-633DB7A5CE06}" type="presParOf" srcId="{3F82B6DC-145C-483A-A945-5A3AEFB82352}" destId="{EAF5A2FF-078A-40B6-8816-4201B1C8B0ED}" srcOrd="9" destOrd="0" presId="urn:microsoft.com/office/officeart/2005/8/layout/default"/>
    <dgm:cxn modelId="{4A88FD5C-AABF-4CBD-A1A2-1DD2DC5B0231}" type="presParOf" srcId="{3F82B6DC-145C-483A-A945-5A3AEFB82352}" destId="{0AA3936C-AD32-471D-ABD2-4B53030A4793}" srcOrd="10"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F3BFF77-315C-489B-BDE7-567522DE083E}"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ED94AED5-3896-4D9F-B77A-EDFA91FEF711}">
      <dgm:prSet/>
      <dgm:spPr/>
      <dgm:t>
        <a:bodyPr/>
        <a:lstStyle/>
        <a:p>
          <a:pPr>
            <a:defRPr cap="all"/>
          </a:pPr>
          <a:r>
            <a:rPr lang="fr-CA"/>
            <a:t>Se connecter / S’enregistrer</a:t>
          </a:r>
          <a:endParaRPr lang="en-US"/>
        </a:p>
      </dgm:t>
    </dgm:pt>
    <dgm:pt modelId="{22935CDC-7723-4579-AD88-1F5B3BD71B06}" type="parTrans" cxnId="{830AAE0B-2E9D-45C8-A0C3-1CDE6F7C7F93}">
      <dgm:prSet/>
      <dgm:spPr/>
      <dgm:t>
        <a:bodyPr/>
        <a:lstStyle/>
        <a:p>
          <a:endParaRPr lang="en-US"/>
        </a:p>
      </dgm:t>
    </dgm:pt>
    <dgm:pt modelId="{B641CB94-4AC4-4571-BCDD-83D2DD743653}" type="sibTrans" cxnId="{830AAE0B-2E9D-45C8-A0C3-1CDE6F7C7F93}">
      <dgm:prSet/>
      <dgm:spPr/>
      <dgm:t>
        <a:bodyPr/>
        <a:lstStyle/>
        <a:p>
          <a:endParaRPr lang="en-US"/>
        </a:p>
      </dgm:t>
    </dgm:pt>
    <dgm:pt modelId="{6B826AC4-3183-4B66-8083-EFC005CB75C2}">
      <dgm:prSet/>
      <dgm:spPr/>
      <dgm:t>
        <a:bodyPr/>
        <a:lstStyle/>
        <a:p>
          <a:pPr>
            <a:defRPr cap="all"/>
          </a:pPr>
          <a:r>
            <a:rPr lang="fr-CA"/>
            <a:t>Créer des tâches et évènements personnelles</a:t>
          </a:r>
          <a:endParaRPr lang="en-US"/>
        </a:p>
      </dgm:t>
    </dgm:pt>
    <dgm:pt modelId="{AAB68433-99A3-447C-851D-E4DA1B3C3640}" type="parTrans" cxnId="{C46D89A2-C05F-43A7-A0A6-1E8F826B1A51}">
      <dgm:prSet/>
      <dgm:spPr/>
      <dgm:t>
        <a:bodyPr/>
        <a:lstStyle/>
        <a:p>
          <a:endParaRPr lang="en-US"/>
        </a:p>
      </dgm:t>
    </dgm:pt>
    <dgm:pt modelId="{ECD6286C-C202-4A7F-B6EC-C1AF648533AA}" type="sibTrans" cxnId="{C46D89A2-C05F-43A7-A0A6-1E8F826B1A51}">
      <dgm:prSet/>
      <dgm:spPr/>
      <dgm:t>
        <a:bodyPr/>
        <a:lstStyle/>
        <a:p>
          <a:endParaRPr lang="en-US"/>
        </a:p>
      </dgm:t>
    </dgm:pt>
    <dgm:pt modelId="{B353E3AA-60FE-4EC1-A9E7-018F03B98858}">
      <dgm:prSet/>
      <dgm:spPr/>
      <dgm:t>
        <a:bodyPr/>
        <a:lstStyle/>
        <a:p>
          <a:pPr>
            <a:defRPr cap="all"/>
          </a:pPr>
          <a:r>
            <a:rPr lang="fr-CA"/>
            <a:t>Créer des groupes / Rejoindre des groupes</a:t>
          </a:r>
          <a:endParaRPr lang="en-US"/>
        </a:p>
      </dgm:t>
    </dgm:pt>
    <dgm:pt modelId="{0855E5DF-3F07-4651-8C10-A3593F776A53}" type="parTrans" cxnId="{64C521A3-7D46-47DD-92AA-B5095903061C}">
      <dgm:prSet/>
      <dgm:spPr/>
      <dgm:t>
        <a:bodyPr/>
        <a:lstStyle/>
        <a:p>
          <a:endParaRPr lang="en-US"/>
        </a:p>
      </dgm:t>
    </dgm:pt>
    <dgm:pt modelId="{4740AACA-3C6F-4F4B-BFFA-FC1E7DFA6C59}" type="sibTrans" cxnId="{64C521A3-7D46-47DD-92AA-B5095903061C}">
      <dgm:prSet/>
      <dgm:spPr/>
      <dgm:t>
        <a:bodyPr/>
        <a:lstStyle/>
        <a:p>
          <a:endParaRPr lang="en-US"/>
        </a:p>
      </dgm:t>
    </dgm:pt>
    <dgm:pt modelId="{38D44C31-E153-4D17-8DDA-1A97B0BAB002}">
      <dgm:prSet/>
      <dgm:spPr/>
      <dgm:t>
        <a:bodyPr/>
        <a:lstStyle/>
        <a:p>
          <a:pPr>
            <a:defRPr cap="all"/>
          </a:pPr>
          <a:r>
            <a:rPr lang="fr-CA"/>
            <a:t>Créer des tâches et des évènements de groupe</a:t>
          </a:r>
          <a:endParaRPr lang="en-US"/>
        </a:p>
      </dgm:t>
    </dgm:pt>
    <dgm:pt modelId="{747CB63D-C944-40E8-97E0-74625F4F5DEF}" type="parTrans" cxnId="{90FEA4EC-FFB1-4AED-86BC-C6AC71DB92DB}">
      <dgm:prSet/>
      <dgm:spPr/>
      <dgm:t>
        <a:bodyPr/>
        <a:lstStyle/>
        <a:p>
          <a:endParaRPr lang="en-US"/>
        </a:p>
      </dgm:t>
    </dgm:pt>
    <dgm:pt modelId="{076C8DAD-57B9-453F-961A-FE6A32AD97B1}" type="sibTrans" cxnId="{90FEA4EC-FFB1-4AED-86BC-C6AC71DB92DB}">
      <dgm:prSet/>
      <dgm:spPr/>
      <dgm:t>
        <a:bodyPr/>
        <a:lstStyle/>
        <a:p>
          <a:endParaRPr lang="en-US"/>
        </a:p>
      </dgm:t>
    </dgm:pt>
    <dgm:pt modelId="{2E396AD6-EB67-412D-BA35-828FD3B2BE1B}" type="pres">
      <dgm:prSet presAssocID="{8F3BFF77-315C-489B-BDE7-567522DE083E}" presName="root" presStyleCnt="0">
        <dgm:presLayoutVars>
          <dgm:dir/>
          <dgm:resizeHandles val="exact"/>
        </dgm:presLayoutVars>
      </dgm:prSet>
      <dgm:spPr/>
    </dgm:pt>
    <dgm:pt modelId="{2DBD5325-DC73-44D1-8830-89836450E4B7}" type="pres">
      <dgm:prSet presAssocID="{ED94AED5-3896-4D9F-B77A-EDFA91FEF711}" presName="compNode" presStyleCnt="0"/>
      <dgm:spPr/>
    </dgm:pt>
    <dgm:pt modelId="{221292C4-5A8E-45B8-9FF5-FFD164113293}" type="pres">
      <dgm:prSet presAssocID="{ED94AED5-3896-4D9F-B77A-EDFA91FEF711}" presName="iconBgRect" presStyleLbl="bgShp" presStyleIdx="0" presStyleCnt="4"/>
      <dgm:spPr>
        <a:prstGeom prst="round2DiagRect">
          <a:avLst>
            <a:gd name="adj1" fmla="val 29727"/>
            <a:gd name="adj2" fmla="val 0"/>
          </a:avLst>
        </a:prstGeom>
      </dgm:spPr>
    </dgm:pt>
    <dgm:pt modelId="{E8096BDF-A9A4-4E64-B35D-32743B9B1397}" type="pres">
      <dgm:prSet presAssocID="{ED94AED5-3896-4D9F-B77A-EDFA91FEF71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tilisateur"/>
        </a:ext>
      </dgm:extLst>
    </dgm:pt>
    <dgm:pt modelId="{C4A52450-C6B9-4FCB-BBCA-8042D82F0CE9}" type="pres">
      <dgm:prSet presAssocID="{ED94AED5-3896-4D9F-B77A-EDFA91FEF711}" presName="spaceRect" presStyleCnt="0"/>
      <dgm:spPr/>
    </dgm:pt>
    <dgm:pt modelId="{DFBDB3BD-56A8-46C3-B51F-A1489367DC8B}" type="pres">
      <dgm:prSet presAssocID="{ED94AED5-3896-4D9F-B77A-EDFA91FEF711}" presName="textRect" presStyleLbl="revTx" presStyleIdx="0" presStyleCnt="4">
        <dgm:presLayoutVars>
          <dgm:chMax val="1"/>
          <dgm:chPref val="1"/>
        </dgm:presLayoutVars>
      </dgm:prSet>
      <dgm:spPr/>
    </dgm:pt>
    <dgm:pt modelId="{62A7E1CE-26FF-415F-B7A1-7759D61FAE9D}" type="pres">
      <dgm:prSet presAssocID="{B641CB94-4AC4-4571-BCDD-83D2DD743653}" presName="sibTrans" presStyleCnt="0"/>
      <dgm:spPr/>
    </dgm:pt>
    <dgm:pt modelId="{B03CF141-5045-41DC-B201-39166635A537}" type="pres">
      <dgm:prSet presAssocID="{6B826AC4-3183-4B66-8083-EFC005CB75C2}" presName="compNode" presStyleCnt="0"/>
      <dgm:spPr/>
    </dgm:pt>
    <dgm:pt modelId="{1C14FF70-1F6F-4A4E-BAED-C18CE7949C83}" type="pres">
      <dgm:prSet presAssocID="{6B826AC4-3183-4B66-8083-EFC005CB75C2}" presName="iconBgRect" presStyleLbl="bgShp" presStyleIdx="1" presStyleCnt="4"/>
      <dgm:spPr>
        <a:prstGeom prst="round2DiagRect">
          <a:avLst>
            <a:gd name="adj1" fmla="val 29727"/>
            <a:gd name="adj2" fmla="val 0"/>
          </a:avLst>
        </a:prstGeom>
      </dgm:spPr>
    </dgm:pt>
    <dgm:pt modelId="{3048368D-580C-4D7E-9335-F74708014307}" type="pres">
      <dgm:prSet presAssocID="{6B826AC4-3183-4B66-8083-EFC005CB75C2}"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rayon"/>
        </a:ext>
      </dgm:extLst>
    </dgm:pt>
    <dgm:pt modelId="{C7F7824B-CB38-414D-95C5-4FE2BF74BB47}" type="pres">
      <dgm:prSet presAssocID="{6B826AC4-3183-4B66-8083-EFC005CB75C2}" presName="spaceRect" presStyleCnt="0"/>
      <dgm:spPr/>
    </dgm:pt>
    <dgm:pt modelId="{0F82F0B1-E95A-46E4-BAE6-979AC034D912}" type="pres">
      <dgm:prSet presAssocID="{6B826AC4-3183-4B66-8083-EFC005CB75C2}" presName="textRect" presStyleLbl="revTx" presStyleIdx="1" presStyleCnt="4">
        <dgm:presLayoutVars>
          <dgm:chMax val="1"/>
          <dgm:chPref val="1"/>
        </dgm:presLayoutVars>
      </dgm:prSet>
      <dgm:spPr/>
    </dgm:pt>
    <dgm:pt modelId="{4A8C1880-D8E3-479E-89DF-5DADEF14F5B6}" type="pres">
      <dgm:prSet presAssocID="{ECD6286C-C202-4A7F-B6EC-C1AF648533AA}" presName="sibTrans" presStyleCnt="0"/>
      <dgm:spPr/>
    </dgm:pt>
    <dgm:pt modelId="{B7B19756-A70B-44DE-B03B-99CF93839A89}" type="pres">
      <dgm:prSet presAssocID="{B353E3AA-60FE-4EC1-A9E7-018F03B98858}" presName="compNode" presStyleCnt="0"/>
      <dgm:spPr/>
    </dgm:pt>
    <dgm:pt modelId="{E6F2D14D-F2B7-47C1-84A0-15CF722EA4D5}" type="pres">
      <dgm:prSet presAssocID="{B353E3AA-60FE-4EC1-A9E7-018F03B98858}" presName="iconBgRect" presStyleLbl="bgShp" presStyleIdx="2" presStyleCnt="4"/>
      <dgm:spPr>
        <a:prstGeom prst="round2DiagRect">
          <a:avLst>
            <a:gd name="adj1" fmla="val 29727"/>
            <a:gd name="adj2" fmla="val 0"/>
          </a:avLst>
        </a:prstGeom>
      </dgm:spPr>
    </dgm:pt>
    <dgm:pt modelId="{583D9E21-971A-4361-A9E9-EE513EAA3E73}" type="pres">
      <dgm:prSet presAssocID="{B353E3AA-60FE-4EC1-A9E7-018F03B98858}"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aril"/>
        </a:ext>
      </dgm:extLst>
    </dgm:pt>
    <dgm:pt modelId="{5A1BF6B1-D3AC-4738-B173-4426C681DC7B}" type="pres">
      <dgm:prSet presAssocID="{B353E3AA-60FE-4EC1-A9E7-018F03B98858}" presName="spaceRect" presStyleCnt="0"/>
      <dgm:spPr/>
    </dgm:pt>
    <dgm:pt modelId="{9EAC9048-4A46-495A-9774-E9594D9BBDD7}" type="pres">
      <dgm:prSet presAssocID="{B353E3AA-60FE-4EC1-A9E7-018F03B98858}" presName="textRect" presStyleLbl="revTx" presStyleIdx="2" presStyleCnt="4">
        <dgm:presLayoutVars>
          <dgm:chMax val="1"/>
          <dgm:chPref val="1"/>
        </dgm:presLayoutVars>
      </dgm:prSet>
      <dgm:spPr/>
    </dgm:pt>
    <dgm:pt modelId="{9B194B58-D5AE-442C-AB12-868921829AB2}" type="pres">
      <dgm:prSet presAssocID="{4740AACA-3C6F-4F4B-BFFA-FC1E7DFA6C59}" presName="sibTrans" presStyleCnt="0"/>
      <dgm:spPr/>
    </dgm:pt>
    <dgm:pt modelId="{20D93965-89DC-423A-919F-84C31BB99EFA}" type="pres">
      <dgm:prSet presAssocID="{38D44C31-E153-4D17-8DDA-1A97B0BAB002}" presName="compNode" presStyleCnt="0"/>
      <dgm:spPr/>
    </dgm:pt>
    <dgm:pt modelId="{999034A3-FEBE-40BD-80F1-55DA17190A71}" type="pres">
      <dgm:prSet presAssocID="{38D44C31-E153-4D17-8DDA-1A97B0BAB002}" presName="iconBgRect" presStyleLbl="bgShp" presStyleIdx="3" presStyleCnt="4"/>
      <dgm:spPr>
        <a:prstGeom prst="round2DiagRect">
          <a:avLst>
            <a:gd name="adj1" fmla="val 29727"/>
            <a:gd name="adj2" fmla="val 0"/>
          </a:avLst>
        </a:prstGeom>
      </dgm:spPr>
    </dgm:pt>
    <dgm:pt modelId="{BE734C81-0AD6-4498-912A-40FA0704F7F7}" type="pres">
      <dgm:prSet presAssocID="{38D44C31-E153-4D17-8DDA-1A97B0BAB002}"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usique"/>
        </a:ext>
      </dgm:extLst>
    </dgm:pt>
    <dgm:pt modelId="{5B2D7239-35A4-4AF5-9EE8-355C31C5A87C}" type="pres">
      <dgm:prSet presAssocID="{38D44C31-E153-4D17-8DDA-1A97B0BAB002}" presName="spaceRect" presStyleCnt="0"/>
      <dgm:spPr/>
    </dgm:pt>
    <dgm:pt modelId="{731B891D-21C3-4076-8412-E3C58EFBEC90}" type="pres">
      <dgm:prSet presAssocID="{38D44C31-E153-4D17-8DDA-1A97B0BAB002}" presName="textRect" presStyleLbl="revTx" presStyleIdx="3" presStyleCnt="4">
        <dgm:presLayoutVars>
          <dgm:chMax val="1"/>
          <dgm:chPref val="1"/>
        </dgm:presLayoutVars>
      </dgm:prSet>
      <dgm:spPr/>
    </dgm:pt>
  </dgm:ptLst>
  <dgm:cxnLst>
    <dgm:cxn modelId="{8533DB01-7A26-4D58-85CE-9CBDC95210BB}" type="presOf" srcId="{8F3BFF77-315C-489B-BDE7-567522DE083E}" destId="{2E396AD6-EB67-412D-BA35-828FD3B2BE1B}" srcOrd="0" destOrd="0" presId="urn:microsoft.com/office/officeart/2018/5/layout/IconLeafLabelList"/>
    <dgm:cxn modelId="{830AAE0B-2E9D-45C8-A0C3-1CDE6F7C7F93}" srcId="{8F3BFF77-315C-489B-BDE7-567522DE083E}" destId="{ED94AED5-3896-4D9F-B77A-EDFA91FEF711}" srcOrd="0" destOrd="0" parTransId="{22935CDC-7723-4579-AD88-1F5B3BD71B06}" sibTransId="{B641CB94-4AC4-4571-BCDD-83D2DD743653}"/>
    <dgm:cxn modelId="{70B32531-3CA4-4D64-B09B-CE7B35E4AD9B}" type="presOf" srcId="{6B826AC4-3183-4B66-8083-EFC005CB75C2}" destId="{0F82F0B1-E95A-46E4-BAE6-979AC034D912}" srcOrd="0" destOrd="0" presId="urn:microsoft.com/office/officeart/2018/5/layout/IconLeafLabelList"/>
    <dgm:cxn modelId="{BC9B4D3F-BD55-44EC-B4B4-DD799F93DE34}" type="presOf" srcId="{ED94AED5-3896-4D9F-B77A-EDFA91FEF711}" destId="{DFBDB3BD-56A8-46C3-B51F-A1489367DC8B}" srcOrd="0" destOrd="0" presId="urn:microsoft.com/office/officeart/2018/5/layout/IconLeafLabelList"/>
    <dgm:cxn modelId="{0C93465C-3303-4C64-AD27-E84FE7FE64E8}" type="presOf" srcId="{38D44C31-E153-4D17-8DDA-1A97B0BAB002}" destId="{731B891D-21C3-4076-8412-E3C58EFBEC90}" srcOrd="0" destOrd="0" presId="urn:microsoft.com/office/officeart/2018/5/layout/IconLeafLabelList"/>
    <dgm:cxn modelId="{C9E5FF51-1A4C-457A-94AF-FAEC93FE45CC}" type="presOf" srcId="{B353E3AA-60FE-4EC1-A9E7-018F03B98858}" destId="{9EAC9048-4A46-495A-9774-E9594D9BBDD7}" srcOrd="0" destOrd="0" presId="urn:microsoft.com/office/officeart/2018/5/layout/IconLeafLabelList"/>
    <dgm:cxn modelId="{C46D89A2-C05F-43A7-A0A6-1E8F826B1A51}" srcId="{8F3BFF77-315C-489B-BDE7-567522DE083E}" destId="{6B826AC4-3183-4B66-8083-EFC005CB75C2}" srcOrd="1" destOrd="0" parTransId="{AAB68433-99A3-447C-851D-E4DA1B3C3640}" sibTransId="{ECD6286C-C202-4A7F-B6EC-C1AF648533AA}"/>
    <dgm:cxn modelId="{64C521A3-7D46-47DD-92AA-B5095903061C}" srcId="{8F3BFF77-315C-489B-BDE7-567522DE083E}" destId="{B353E3AA-60FE-4EC1-A9E7-018F03B98858}" srcOrd="2" destOrd="0" parTransId="{0855E5DF-3F07-4651-8C10-A3593F776A53}" sibTransId="{4740AACA-3C6F-4F4B-BFFA-FC1E7DFA6C59}"/>
    <dgm:cxn modelId="{90FEA4EC-FFB1-4AED-86BC-C6AC71DB92DB}" srcId="{8F3BFF77-315C-489B-BDE7-567522DE083E}" destId="{38D44C31-E153-4D17-8DDA-1A97B0BAB002}" srcOrd="3" destOrd="0" parTransId="{747CB63D-C944-40E8-97E0-74625F4F5DEF}" sibTransId="{076C8DAD-57B9-453F-961A-FE6A32AD97B1}"/>
    <dgm:cxn modelId="{565BD0DC-3C40-4673-AFDF-2C6860CFA9E9}" type="presParOf" srcId="{2E396AD6-EB67-412D-BA35-828FD3B2BE1B}" destId="{2DBD5325-DC73-44D1-8830-89836450E4B7}" srcOrd="0" destOrd="0" presId="urn:microsoft.com/office/officeart/2018/5/layout/IconLeafLabelList"/>
    <dgm:cxn modelId="{D08E6986-B15B-4F51-9A2E-759BDFBFE031}" type="presParOf" srcId="{2DBD5325-DC73-44D1-8830-89836450E4B7}" destId="{221292C4-5A8E-45B8-9FF5-FFD164113293}" srcOrd="0" destOrd="0" presId="urn:microsoft.com/office/officeart/2018/5/layout/IconLeafLabelList"/>
    <dgm:cxn modelId="{BE0AFB5D-AE19-4913-A99E-A71ABB97FBA3}" type="presParOf" srcId="{2DBD5325-DC73-44D1-8830-89836450E4B7}" destId="{E8096BDF-A9A4-4E64-B35D-32743B9B1397}" srcOrd="1" destOrd="0" presId="urn:microsoft.com/office/officeart/2018/5/layout/IconLeafLabelList"/>
    <dgm:cxn modelId="{D5C5347D-2D95-41AF-B4B3-4B2A4E93F77A}" type="presParOf" srcId="{2DBD5325-DC73-44D1-8830-89836450E4B7}" destId="{C4A52450-C6B9-4FCB-BBCA-8042D82F0CE9}" srcOrd="2" destOrd="0" presId="urn:microsoft.com/office/officeart/2018/5/layout/IconLeafLabelList"/>
    <dgm:cxn modelId="{5BE0DF3E-5FAF-4D41-AEAB-F5AA7CC0FD09}" type="presParOf" srcId="{2DBD5325-DC73-44D1-8830-89836450E4B7}" destId="{DFBDB3BD-56A8-46C3-B51F-A1489367DC8B}" srcOrd="3" destOrd="0" presId="urn:microsoft.com/office/officeart/2018/5/layout/IconLeafLabelList"/>
    <dgm:cxn modelId="{B298282D-7EF5-4F07-8F85-7C4F7ED3237C}" type="presParOf" srcId="{2E396AD6-EB67-412D-BA35-828FD3B2BE1B}" destId="{62A7E1CE-26FF-415F-B7A1-7759D61FAE9D}" srcOrd="1" destOrd="0" presId="urn:microsoft.com/office/officeart/2018/5/layout/IconLeafLabelList"/>
    <dgm:cxn modelId="{0ED14139-3DDB-47A7-A6EA-D9CFC7D35EFF}" type="presParOf" srcId="{2E396AD6-EB67-412D-BA35-828FD3B2BE1B}" destId="{B03CF141-5045-41DC-B201-39166635A537}" srcOrd="2" destOrd="0" presId="urn:microsoft.com/office/officeart/2018/5/layout/IconLeafLabelList"/>
    <dgm:cxn modelId="{EF00601E-DF6B-4CF9-999A-7512674CE3BA}" type="presParOf" srcId="{B03CF141-5045-41DC-B201-39166635A537}" destId="{1C14FF70-1F6F-4A4E-BAED-C18CE7949C83}" srcOrd="0" destOrd="0" presId="urn:microsoft.com/office/officeart/2018/5/layout/IconLeafLabelList"/>
    <dgm:cxn modelId="{DD1CA478-FD3F-422F-9336-4F76428061AA}" type="presParOf" srcId="{B03CF141-5045-41DC-B201-39166635A537}" destId="{3048368D-580C-4D7E-9335-F74708014307}" srcOrd="1" destOrd="0" presId="urn:microsoft.com/office/officeart/2018/5/layout/IconLeafLabelList"/>
    <dgm:cxn modelId="{A127B678-B2AD-445C-80AC-CF72B9B25678}" type="presParOf" srcId="{B03CF141-5045-41DC-B201-39166635A537}" destId="{C7F7824B-CB38-414D-95C5-4FE2BF74BB47}" srcOrd="2" destOrd="0" presId="urn:microsoft.com/office/officeart/2018/5/layout/IconLeafLabelList"/>
    <dgm:cxn modelId="{695465BC-3A22-450B-8A5C-8A7089EB1787}" type="presParOf" srcId="{B03CF141-5045-41DC-B201-39166635A537}" destId="{0F82F0B1-E95A-46E4-BAE6-979AC034D912}" srcOrd="3" destOrd="0" presId="urn:microsoft.com/office/officeart/2018/5/layout/IconLeafLabelList"/>
    <dgm:cxn modelId="{CA4D0F8B-6AE8-4689-943A-7BA54C9E6239}" type="presParOf" srcId="{2E396AD6-EB67-412D-BA35-828FD3B2BE1B}" destId="{4A8C1880-D8E3-479E-89DF-5DADEF14F5B6}" srcOrd="3" destOrd="0" presId="urn:microsoft.com/office/officeart/2018/5/layout/IconLeafLabelList"/>
    <dgm:cxn modelId="{271F3E96-1992-4097-9742-34BA48786DC4}" type="presParOf" srcId="{2E396AD6-EB67-412D-BA35-828FD3B2BE1B}" destId="{B7B19756-A70B-44DE-B03B-99CF93839A89}" srcOrd="4" destOrd="0" presId="urn:microsoft.com/office/officeart/2018/5/layout/IconLeafLabelList"/>
    <dgm:cxn modelId="{18D4E64D-1D86-41E0-A214-A5CB531E54B6}" type="presParOf" srcId="{B7B19756-A70B-44DE-B03B-99CF93839A89}" destId="{E6F2D14D-F2B7-47C1-84A0-15CF722EA4D5}" srcOrd="0" destOrd="0" presId="urn:microsoft.com/office/officeart/2018/5/layout/IconLeafLabelList"/>
    <dgm:cxn modelId="{C0A13894-C735-4DE6-8B04-9D2AD79C4036}" type="presParOf" srcId="{B7B19756-A70B-44DE-B03B-99CF93839A89}" destId="{583D9E21-971A-4361-A9E9-EE513EAA3E73}" srcOrd="1" destOrd="0" presId="urn:microsoft.com/office/officeart/2018/5/layout/IconLeafLabelList"/>
    <dgm:cxn modelId="{0A61A30E-3739-4F68-9C45-EB791E9E35CB}" type="presParOf" srcId="{B7B19756-A70B-44DE-B03B-99CF93839A89}" destId="{5A1BF6B1-D3AC-4738-B173-4426C681DC7B}" srcOrd="2" destOrd="0" presId="urn:microsoft.com/office/officeart/2018/5/layout/IconLeafLabelList"/>
    <dgm:cxn modelId="{3A901474-20AE-4B59-9684-F8DCB3356381}" type="presParOf" srcId="{B7B19756-A70B-44DE-B03B-99CF93839A89}" destId="{9EAC9048-4A46-495A-9774-E9594D9BBDD7}" srcOrd="3" destOrd="0" presId="urn:microsoft.com/office/officeart/2018/5/layout/IconLeafLabelList"/>
    <dgm:cxn modelId="{1260068D-8C17-4E84-95C1-6D9909E67E44}" type="presParOf" srcId="{2E396AD6-EB67-412D-BA35-828FD3B2BE1B}" destId="{9B194B58-D5AE-442C-AB12-868921829AB2}" srcOrd="5" destOrd="0" presId="urn:microsoft.com/office/officeart/2018/5/layout/IconLeafLabelList"/>
    <dgm:cxn modelId="{CB01C976-37A0-42FC-BDCD-FC91C37356F8}" type="presParOf" srcId="{2E396AD6-EB67-412D-BA35-828FD3B2BE1B}" destId="{20D93965-89DC-423A-919F-84C31BB99EFA}" srcOrd="6" destOrd="0" presId="urn:microsoft.com/office/officeart/2018/5/layout/IconLeafLabelList"/>
    <dgm:cxn modelId="{769E08DC-D871-4D45-9C5E-12B95CE6FBAB}" type="presParOf" srcId="{20D93965-89DC-423A-919F-84C31BB99EFA}" destId="{999034A3-FEBE-40BD-80F1-55DA17190A71}" srcOrd="0" destOrd="0" presId="urn:microsoft.com/office/officeart/2018/5/layout/IconLeafLabelList"/>
    <dgm:cxn modelId="{9F87CB1C-05FC-4B75-AD1B-C24ADB69004E}" type="presParOf" srcId="{20D93965-89DC-423A-919F-84C31BB99EFA}" destId="{BE734C81-0AD6-4498-912A-40FA0704F7F7}" srcOrd="1" destOrd="0" presId="urn:microsoft.com/office/officeart/2018/5/layout/IconLeafLabelList"/>
    <dgm:cxn modelId="{5167C010-C513-4D8E-8EAE-A57D45D625BC}" type="presParOf" srcId="{20D93965-89DC-423A-919F-84C31BB99EFA}" destId="{5B2D7239-35A4-4AF5-9EE8-355C31C5A87C}" srcOrd="2" destOrd="0" presId="urn:microsoft.com/office/officeart/2018/5/layout/IconLeafLabelList"/>
    <dgm:cxn modelId="{9510E581-E2D7-4AB3-9ADF-FA0DA17A27E9}" type="presParOf" srcId="{20D93965-89DC-423A-919F-84C31BB99EFA}" destId="{731B891D-21C3-4076-8412-E3C58EFBEC9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682073-2C0E-47E8-B969-52C7AFE340D4}">
      <dsp:nvSpPr>
        <dsp:cNvPr id="0" name=""/>
        <dsp:cNvSpPr/>
      </dsp:nvSpPr>
      <dsp:spPr>
        <a:xfrm>
          <a:off x="1073586" y="3281"/>
          <a:ext cx="2710383" cy="1626230"/>
        </a:xfrm>
        <a:prstGeom prst="rect">
          <a:avLst/>
        </a:prstGeom>
        <a:gradFill rotWithShape="0">
          <a:gsLst>
            <a:gs pos="0">
              <a:schemeClr val="accent2">
                <a:hueOff val="0"/>
                <a:satOff val="0"/>
                <a:lumOff val="0"/>
                <a:alphaOff val="0"/>
                <a:tint val="96000"/>
                <a:satMod val="100000"/>
                <a:lumMod val="104000"/>
              </a:schemeClr>
            </a:gs>
            <a:gs pos="78000">
              <a:schemeClr val="accent2">
                <a:hueOff val="0"/>
                <a:satOff val="0"/>
                <a:lumOff val="0"/>
                <a:alphaOff val="0"/>
                <a:shade val="100000"/>
                <a:satMod val="110000"/>
                <a:lumMod val="100000"/>
              </a:schemeClr>
            </a:gs>
          </a:gsLst>
          <a:lin ang="5400000" scaled="0"/>
        </a:gradFill>
        <a:ln>
          <a:noFill/>
        </a:ln>
        <a:effectLst/>
        <a:scene3d>
          <a:camera prst="orthographicFront">
            <a:rot lat="0" lon="0" rev="0"/>
          </a:camera>
          <a:lightRig rig="threePt" dir="t"/>
        </a:scene3d>
        <a:sp3d>
          <a:bevelT w="25400" h="12700"/>
        </a:sp3d>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fr-CA" sz="4500" kern="1200"/>
            <a:t>React</a:t>
          </a:r>
          <a:endParaRPr lang="en-US" sz="4500" kern="1200"/>
        </a:p>
      </dsp:txBody>
      <dsp:txXfrm>
        <a:off x="1073586" y="3281"/>
        <a:ext cx="2710383" cy="1626230"/>
      </dsp:txXfrm>
    </dsp:sp>
    <dsp:sp modelId="{123B33E5-7B54-4E6D-BC8B-1D8C4072DEF6}">
      <dsp:nvSpPr>
        <dsp:cNvPr id="0" name=""/>
        <dsp:cNvSpPr/>
      </dsp:nvSpPr>
      <dsp:spPr>
        <a:xfrm>
          <a:off x="4055008" y="3281"/>
          <a:ext cx="2710383" cy="1626230"/>
        </a:xfrm>
        <a:prstGeom prst="rect">
          <a:avLst/>
        </a:prstGeom>
        <a:gradFill rotWithShape="0">
          <a:gsLst>
            <a:gs pos="0">
              <a:schemeClr val="accent2">
                <a:hueOff val="229898"/>
                <a:satOff val="-3754"/>
                <a:lumOff val="235"/>
                <a:alphaOff val="0"/>
                <a:tint val="96000"/>
                <a:satMod val="100000"/>
                <a:lumMod val="104000"/>
              </a:schemeClr>
            </a:gs>
            <a:gs pos="78000">
              <a:schemeClr val="accent2">
                <a:hueOff val="229898"/>
                <a:satOff val="-3754"/>
                <a:lumOff val="235"/>
                <a:alphaOff val="0"/>
                <a:shade val="100000"/>
                <a:satMod val="110000"/>
                <a:lumMod val="100000"/>
              </a:schemeClr>
            </a:gs>
          </a:gsLst>
          <a:lin ang="5400000" scaled="0"/>
        </a:gradFill>
        <a:ln>
          <a:noFill/>
        </a:ln>
        <a:effectLst/>
        <a:scene3d>
          <a:camera prst="orthographicFront">
            <a:rot lat="0" lon="0" rev="0"/>
          </a:camera>
          <a:lightRig rig="threePt" dir="t"/>
        </a:scene3d>
        <a:sp3d>
          <a:bevelT w="25400" h="12700"/>
        </a:sp3d>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fr-CA" sz="4500" kern="1200"/>
            <a:t>Spring</a:t>
          </a:r>
          <a:endParaRPr lang="en-US" sz="4500" kern="1200"/>
        </a:p>
      </dsp:txBody>
      <dsp:txXfrm>
        <a:off x="4055008" y="3281"/>
        <a:ext cx="2710383" cy="1626230"/>
      </dsp:txXfrm>
    </dsp:sp>
    <dsp:sp modelId="{17FB72DA-8A70-4DE1-8079-BF9CB67626CC}">
      <dsp:nvSpPr>
        <dsp:cNvPr id="0" name=""/>
        <dsp:cNvSpPr/>
      </dsp:nvSpPr>
      <dsp:spPr>
        <a:xfrm>
          <a:off x="7036430" y="3281"/>
          <a:ext cx="2710383" cy="1626230"/>
        </a:xfrm>
        <a:prstGeom prst="rect">
          <a:avLst/>
        </a:prstGeom>
        <a:gradFill rotWithShape="0">
          <a:gsLst>
            <a:gs pos="0">
              <a:schemeClr val="accent2">
                <a:hueOff val="459796"/>
                <a:satOff val="-7509"/>
                <a:lumOff val="470"/>
                <a:alphaOff val="0"/>
                <a:tint val="96000"/>
                <a:satMod val="100000"/>
                <a:lumMod val="104000"/>
              </a:schemeClr>
            </a:gs>
            <a:gs pos="78000">
              <a:schemeClr val="accent2">
                <a:hueOff val="459796"/>
                <a:satOff val="-7509"/>
                <a:lumOff val="470"/>
                <a:alphaOff val="0"/>
                <a:shade val="100000"/>
                <a:satMod val="110000"/>
                <a:lumMod val="100000"/>
              </a:schemeClr>
            </a:gs>
          </a:gsLst>
          <a:lin ang="5400000" scaled="0"/>
        </a:gradFill>
        <a:ln>
          <a:noFill/>
        </a:ln>
        <a:effectLst/>
        <a:scene3d>
          <a:camera prst="orthographicFront">
            <a:rot lat="0" lon="0" rev="0"/>
          </a:camera>
          <a:lightRig rig="threePt" dir="t"/>
        </a:scene3d>
        <a:sp3d>
          <a:bevelT w="25400" h="12700"/>
        </a:sp3d>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fr-CA" sz="4500" kern="1200"/>
            <a:t>Spring Security</a:t>
          </a:r>
          <a:endParaRPr lang="en-US" sz="4500" kern="1200"/>
        </a:p>
      </dsp:txBody>
      <dsp:txXfrm>
        <a:off x="7036430" y="3281"/>
        <a:ext cx="2710383" cy="1626230"/>
      </dsp:txXfrm>
    </dsp:sp>
    <dsp:sp modelId="{D6CF7BA7-E4D0-41D6-ACCB-746178E38E6A}">
      <dsp:nvSpPr>
        <dsp:cNvPr id="0" name=""/>
        <dsp:cNvSpPr/>
      </dsp:nvSpPr>
      <dsp:spPr>
        <a:xfrm>
          <a:off x="1073586" y="1900550"/>
          <a:ext cx="2710383" cy="1626230"/>
        </a:xfrm>
        <a:prstGeom prst="rect">
          <a:avLst/>
        </a:prstGeom>
        <a:gradFill rotWithShape="0">
          <a:gsLst>
            <a:gs pos="0">
              <a:schemeClr val="accent2">
                <a:hueOff val="689694"/>
                <a:satOff val="-11263"/>
                <a:lumOff val="706"/>
                <a:alphaOff val="0"/>
                <a:tint val="96000"/>
                <a:satMod val="100000"/>
                <a:lumMod val="104000"/>
              </a:schemeClr>
            </a:gs>
            <a:gs pos="78000">
              <a:schemeClr val="accent2">
                <a:hueOff val="689694"/>
                <a:satOff val="-11263"/>
                <a:lumOff val="706"/>
                <a:alphaOff val="0"/>
                <a:shade val="100000"/>
                <a:satMod val="110000"/>
                <a:lumMod val="100000"/>
              </a:schemeClr>
            </a:gs>
          </a:gsLst>
          <a:lin ang="5400000" scaled="0"/>
        </a:gradFill>
        <a:ln>
          <a:noFill/>
        </a:ln>
        <a:effectLst/>
        <a:scene3d>
          <a:camera prst="orthographicFront">
            <a:rot lat="0" lon="0" rev="0"/>
          </a:camera>
          <a:lightRig rig="threePt" dir="t"/>
        </a:scene3d>
        <a:sp3d>
          <a:bevelT w="25400" h="12700"/>
        </a:sp3d>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fr-CA" sz="4500" kern="1200"/>
            <a:t>Tailwind CSS</a:t>
          </a:r>
          <a:endParaRPr lang="en-US" sz="4500" kern="1200"/>
        </a:p>
      </dsp:txBody>
      <dsp:txXfrm>
        <a:off x="1073586" y="1900550"/>
        <a:ext cx="2710383" cy="1626230"/>
      </dsp:txXfrm>
    </dsp:sp>
    <dsp:sp modelId="{ABD80137-6156-4E36-B2F0-19525ED13286}">
      <dsp:nvSpPr>
        <dsp:cNvPr id="0" name=""/>
        <dsp:cNvSpPr/>
      </dsp:nvSpPr>
      <dsp:spPr>
        <a:xfrm>
          <a:off x="4055008" y="1900550"/>
          <a:ext cx="2710383" cy="1626230"/>
        </a:xfrm>
        <a:prstGeom prst="rect">
          <a:avLst/>
        </a:prstGeom>
        <a:gradFill rotWithShape="0">
          <a:gsLst>
            <a:gs pos="0">
              <a:schemeClr val="accent2">
                <a:hueOff val="919592"/>
                <a:satOff val="-15018"/>
                <a:lumOff val="941"/>
                <a:alphaOff val="0"/>
                <a:tint val="96000"/>
                <a:satMod val="100000"/>
                <a:lumMod val="104000"/>
              </a:schemeClr>
            </a:gs>
            <a:gs pos="78000">
              <a:schemeClr val="accent2">
                <a:hueOff val="919592"/>
                <a:satOff val="-15018"/>
                <a:lumOff val="941"/>
                <a:alphaOff val="0"/>
                <a:shade val="100000"/>
                <a:satMod val="110000"/>
                <a:lumMod val="100000"/>
              </a:schemeClr>
            </a:gs>
          </a:gsLst>
          <a:lin ang="5400000" scaled="0"/>
        </a:gradFill>
        <a:ln>
          <a:noFill/>
        </a:ln>
        <a:effectLst/>
        <a:scene3d>
          <a:camera prst="orthographicFront">
            <a:rot lat="0" lon="0" rev="0"/>
          </a:camera>
          <a:lightRig rig="threePt" dir="t"/>
        </a:scene3d>
        <a:sp3d>
          <a:bevelT w="25400" h="12700"/>
        </a:sp3d>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fr-CA" sz="4500" kern="1200"/>
            <a:t>Axios</a:t>
          </a:r>
          <a:endParaRPr lang="en-US" sz="4500" kern="1200"/>
        </a:p>
      </dsp:txBody>
      <dsp:txXfrm>
        <a:off x="4055008" y="1900550"/>
        <a:ext cx="2710383" cy="1626230"/>
      </dsp:txXfrm>
    </dsp:sp>
    <dsp:sp modelId="{0AA3936C-AD32-471D-ABD2-4B53030A4793}">
      <dsp:nvSpPr>
        <dsp:cNvPr id="0" name=""/>
        <dsp:cNvSpPr/>
      </dsp:nvSpPr>
      <dsp:spPr>
        <a:xfrm>
          <a:off x="7036430" y="1900550"/>
          <a:ext cx="2710383" cy="1626230"/>
        </a:xfrm>
        <a:prstGeom prst="rect">
          <a:avLst/>
        </a:prstGeom>
        <a:gradFill rotWithShape="0">
          <a:gsLst>
            <a:gs pos="0">
              <a:schemeClr val="accent2">
                <a:hueOff val="1149490"/>
                <a:satOff val="-18772"/>
                <a:lumOff val="1176"/>
                <a:alphaOff val="0"/>
                <a:tint val="96000"/>
                <a:satMod val="100000"/>
                <a:lumMod val="104000"/>
              </a:schemeClr>
            </a:gs>
            <a:gs pos="78000">
              <a:schemeClr val="accent2">
                <a:hueOff val="1149490"/>
                <a:satOff val="-18772"/>
                <a:lumOff val="1176"/>
                <a:alphaOff val="0"/>
                <a:shade val="100000"/>
                <a:satMod val="110000"/>
                <a:lumMod val="100000"/>
              </a:schemeClr>
            </a:gs>
          </a:gsLst>
          <a:lin ang="5400000" scaled="0"/>
        </a:gradFill>
        <a:ln>
          <a:noFill/>
        </a:ln>
        <a:effectLst/>
        <a:scene3d>
          <a:camera prst="orthographicFront">
            <a:rot lat="0" lon="0" rev="0"/>
          </a:camera>
          <a:lightRig rig="threePt" dir="t"/>
        </a:scene3d>
        <a:sp3d>
          <a:bevelT w="25400" h="12700"/>
        </a:sp3d>
      </dsp:spPr>
      <dsp:style>
        <a:lnRef idx="0">
          <a:scrgbClr r="0" g="0" b="0"/>
        </a:lnRef>
        <a:fillRef idx="3">
          <a:scrgbClr r="0" g="0" b="0"/>
        </a:fillRef>
        <a:effectRef idx="2">
          <a:scrgbClr r="0" g="0" b="0"/>
        </a:effectRef>
        <a:fontRef idx="minor">
          <a:schemeClr val="lt1"/>
        </a:fontRef>
      </dsp:style>
      <dsp:txBody>
        <a:bodyPr spcFirstLastPara="0" vert="horz" wrap="square" lIns="171450" tIns="171450" rIns="171450" bIns="171450" numCol="1" spcCol="1270" anchor="ctr" anchorCtr="0">
          <a:noAutofit/>
        </a:bodyPr>
        <a:lstStyle/>
        <a:p>
          <a:pPr marL="0" lvl="0" indent="0" algn="ctr" defTabSz="2000250">
            <a:lnSpc>
              <a:spcPct val="90000"/>
            </a:lnSpc>
            <a:spcBef>
              <a:spcPct val="0"/>
            </a:spcBef>
            <a:spcAft>
              <a:spcPct val="35000"/>
            </a:spcAft>
            <a:buNone/>
          </a:pPr>
          <a:r>
            <a:rPr lang="fr-CA" sz="4500" kern="1200"/>
            <a:t>SockJS</a:t>
          </a:r>
          <a:endParaRPr lang="en-US" sz="4500" kern="1200"/>
        </a:p>
      </dsp:txBody>
      <dsp:txXfrm>
        <a:off x="7036430" y="1900550"/>
        <a:ext cx="2710383" cy="16262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1292C4-5A8E-45B8-9FF5-FFD164113293}">
      <dsp:nvSpPr>
        <dsp:cNvPr id="0" name=""/>
        <dsp:cNvSpPr/>
      </dsp:nvSpPr>
      <dsp:spPr>
        <a:xfrm>
          <a:off x="523095" y="459521"/>
          <a:ext cx="1441902" cy="144190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8096BDF-A9A4-4E64-B35D-32743B9B1397}">
      <dsp:nvSpPr>
        <dsp:cNvPr id="0" name=""/>
        <dsp:cNvSpPr/>
      </dsp:nvSpPr>
      <dsp:spPr>
        <a:xfrm>
          <a:off x="830385" y="766811"/>
          <a:ext cx="827321" cy="82732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FBDB3BD-56A8-46C3-B51F-A1489367DC8B}">
      <dsp:nvSpPr>
        <dsp:cNvPr id="0" name=""/>
        <dsp:cNvSpPr/>
      </dsp:nvSpPr>
      <dsp:spPr>
        <a:xfrm>
          <a:off x="62159" y="2350541"/>
          <a:ext cx="23637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fr-CA" sz="1700" kern="1200"/>
            <a:t>Se connecter / S’enregistrer</a:t>
          </a:r>
          <a:endParaRPr lang="en-US" sz="1700" kern="1200"/>
        </a:p>
      </dsp:txBody>
      <dsp:txXfrm>
        <a:off x="62159" y="2350541"/>
        <a:ext cx="2363775" cy="720000"/>
      </dsp:txXfrm>
    </dsp:sp>
    <dsp:sp modelId="{1C14FF70-1F6F-4A4E-BAED-C18CE7949C83}">
      <dsp:nvSpPr>
        <dsp:cNvPr id="0" name=""/>
        <dsp:cNvSpPr/>
      </dsp:nvSpPr>
      <dsp:spPr>
        <a:xfrm>
          <a:off x="3300530" y="459521"/>
          <a:ext cx="1441902" cy="144190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48368D-580C-4D7E-9335-F74708014307}">
      <dsp:nvSpPr>
        <dsp:cNvPr id="0" name=""/>
        <dsp:cNvSpPr/>
      </dsp:nvSpPr>
      <dsp:spPr>
        <a:xfrm>
          <a:off x="3607821" y="766811"/>
          <a:ext cx="827321" cy="827321"/>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F82F0B1-E95A-46E4-BAE6-979AC034D912}">
      <dsp:nvSpPr>
        <dsp:cNvPr id="0" name=""/>
        <dsp:cNvSpPr/>
      </dsp:nvSpPr>
      <dsp:spPr>
        <a:xfrm>
          <a:off x="2839594" y="2350541"/>
          <a:ext cx="23637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fr-CA" sz="1700" kern="1200"/>
            <a:t>Créer des tâches et évènements personnelles</a:t>
          </a:r>
          <a:endParaRPr lang="en-US" sz="1700" kern="1200"/>
        </a:p>
      </dsp:txBody>
      <dsp:txXfrm>
        <a:off x="2839594" y="2350541"/>
        <a:ext cx="2363775" cy="720000"/>
      </dsp:txXfrm>
    </dsp:sp>
    <dsp:sp modelId="{E6F2D14D-F2B7-47C1-84A0-15CF722EA4D5}">
      <dsp:nvSpPr>
        <dsp:cNvPr id="0" name=""/>
        <dsp:cNvSpPr/>
      </dsp:nvSpPr>
      <dsp:spPr>
        <a:xfrm>
          <a:off x="6077966" y="459521"/>
          <a:ext cx="1441902" cy="144190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3D9E21-971A-4361-A9E9-EE513EAA3E73}">
      <dsp:nvSpPr>
        <dsp:cNvPr id="0" name=""/>
        <dsp:cNvSpPr/>
      </dsp:nvSpPr>
      <dsp:spPr>
        <a:xfrm>
          <a:off x="6385257" y="766811"/>
          <a:ext cx="827321" cy="827321"/>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EAC9048-4A46-495A-9774-E9594D9BBDD7}">
      <dsp:nvSpPr>
        <dsp:cNvPr id="0" name=""/>
        <dsp:cNvSpPr/>
      </dsp:nvSpPr>
      <dsp:spPr>
        <a:xfrm>
          <a:off x="5617030" y="2350541"/>
          <a:ext cx="23637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fr-CA" sz="1700" kern="1200"/>
            <a:t>Créer des groupes / Rejoindre des groupes</a:t>
          </a:r>
          <a:endParaRPr lang="en-US" sz="1700" kern="1200"/>
        </a:p>
      </dsp:txBody>
      <dsp:txXfrm>
        <a:off x="5617030" y="2350541"/>
        <a:ext cx="2363775" cy="720000"/>
      </dsp:txXfrm>
    </dsp:sp>
    <dsp:sp modelId="{999034A3-FEBE-40BD-80F1-55DA17190A71}">
      <dsp:nvSpPr>
        <dsp:cNvPr id="0" name=""/>
        <dsp:cNvSpPr/>
      </dsp:nvSpPr>
      <dsp:spPr>
        <a:xfrm>
          <a:off x="8855402" y="459521"/>
          <a:ext cx="1441902" cy="1441902"/>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734C81-0AD6-4498-912A-40FA0704F7F7}">
      <dsp:nvSpPr>
        <dsp:cNvPr id="0" name=""/>
        <dsp:cNvSpPr/>
      </dsp:nvSpPr>
      <dsp:spPr>
        <a:xfrm>
          <a:off x="9162692" y="766811"/>
          <a:ext cx="827321" cy="827321"/>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31B891D-21C3-4076-8412-E3C58EFBEC90}">
      <dsp:nvSpPr>
        <dsp:cNvPr id="0" name=""/>
        <dsp:cNvSpPr/>
      </dsp:nvSpPr>
      <dsp:spPr>
        <a:xfrm>
          <a:off x="8394465" y="2350541"/>
          <a:ext cx="23637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fr-CA" sz="1700" kern="1200"/>
            <a:t>Créer des tâches et des évènements de groupe</a:t>
          </a:r>
          <a:endParaRPr lang="en-US" sz="1700" kern="1200"/>
        </a:p>
      </dsp:txBody>
      <dsp:txXfrm>
        <a:off x="8394465" y="2350541"/>
        <a:ext cx="2363775"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fr-FR"/>
              <a:t>Modifiez le style du titre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E9F5F4FD-FEBB-4A87-9FE6-EC189DBB3A92}" type="datetimeFigureOut">
              <a:rPr lang="en-US" smtClean="0"/>
              <a:t>5/9/2024</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34986511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9F5F4FD-FEBB-4A87-9FE6-EC189DBB3A92}" type="datetimeFigureOut">
              <a:rPr lang="en-US" smtClean="0"/>
              <a:t>5/9/2024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8869211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fr-FR"/>
              <a:t>Modifiez le style du titre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E9F5F4FD-FEBB-4A87-9FE6-EC189DBB3A92}" type="datetimeFigureOut">
              <a:rPr lang="en-US" smtClean="0"/>
              <a:t>5/9/2024</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7739849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561899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fr-FR"/>
              <a:t>Modifiez le style du titre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85800" y="3132666"/>
            <a:ext cx="5311775" cy="308601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0" y="3132666"/>
            <a:ext cx="5334000" cy="3086019"/>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E9F5F4FD-FEBB-4A87-9FE6-EC189DBB3A92}" type="datetimeFigureOut">
              <a:rPr lang="en-US" smtClean="0"/>
              <a:t>5/9/2024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0232580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E9F5F4FD-FEBB-4A87-9FE6-EC189DBB3A92}" type="datetimeFigureOut">
              <a:rPr lang="en-US" smtClean="0"/>
              <a:t>5/9/2024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35103942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9F5F4FD-FEBB-4A87-9FE6-EC189DBB3A92}" type="datetimeFigureOut">
              <a:rPr lang="en-US" smtClean="0"/>
              <a:t>5/9/2024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2499899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fr-FR"/>
              <a:t>Modifiez le style du titre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2693042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608499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8121533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fr-FR"/>
              <a:t>Modifiez le style du titre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629482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fr-FR"/>
              <a:t>Modifiez le style du titre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E2659386-6BC7-4072-8FA9-7331BD50D0E2}" type="slidenum">
              <a:rPr lang="en-US" smtClean="0"/>
              <a:t>‹N°›</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68393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fr-FR"/>
              <a:t>Modifiez le style du titre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E9F5F4FD-FEBB-4A87-9FE6-EC189DBB3A92}" type="datetimeFigureOut">
              <a:rPr lang="en-US" smtClean="0"/>
              <a:t>5/9/2024</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8919120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fr-FR"/>
              <a:t>Modifiez le style du titre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E9F5F4FD-FEBB-4A87-9FE6-EC189DBB3A92}" type="datetimeFigureOut">
              <a:rPr lang="en-US" smtClean="0"/>
              <a:t>5/9/2024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299208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fr-FR"/>
              <a:t>Modifiez le style du titre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3" name="Date Placeholder 2"/>
          <p:cNvSpPr>
            <a:spLocks noGrp="1"/>
          </p:cNvSpPr>
          <p:nvPr>
            <p:ph type="dt" sz="half" idx="10"/>
          </p:nvPr>
        </p:nvSpPr>
        <p:spPr/>
        <p:txBody>
          <a:bodyPr/>
          <a:lstStyle/>
          <a:p>
            <a:fld id="{E9F5F4FD-FEBB-4A87-9FE6-EC189DBB3A92}" type="datetimeFigureOut">
              <a:rPr lang="en-US" smtClean="0"/>
              <a:t>5/9/2024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34137148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9F5F4FD-FEBB-4A87-9FE6-EC189DBB3A92}" type="datetimeFigureOut">
              <a:rPr lang="en-US" smtClean="0"/>
              <a:t>5/9/2024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11765847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fr-FR"/>
              <a:t>Modifiez le style du titre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E9F5F4FD-FEBB-4A87-9FE6-EC189DBB3A92}" type="datetimeFigureOut">
              <a:rPr lang="en-US" smtClean="0"/>
              <a:t>5/9/2024</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E2659386-6BC7-4072-8FA9-7331BD50D0E2}" type="slidenum">
              <a:rPr lang="en-US" smtClean="0"/>
              <a:t>‹N°›</a:t>
            </a:fld>
            <a:endParaRPr lang="en-US"/>
          </a:p>
        </p:txBody>
      </p:sp>
    </p:spTree>
    <p:extLst>
      <p:ext uri="{BB962C8B-B14F-4D97-AF65-F5344CB8AC3E}">
        <p14:creationId xmlns:p14="http://schemas.microsoft.com/office/powerpoint/2010/main" val="3948107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9F5F4FD-FEBB-4A87-9FE6-EC189DBB3A92}" type="datetimeFigureOut">
              <a:rPr lang="en-US" smtClean="0"/>
              <a:t>5/9/2024</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2659386-6BC7-4072-8FA9-7331BD50D0E2}" type="slidenum">
              <a:rPr lang="en-US" smtClean="0"/>
              <a:t>‹N°›</a:t>
            </a:fld>
            <a:endParaRPr lang="en-US"/>
          </a:p>
        </p:txBody>
      </p:sp>
    </p:spTree>
    <p:extLst>
      <p:ext uri="{BB962C8B-B14F-4D97-AF65-F5344CB8AC3E}">
        <p14:creationId xmlns:p14="http://schemas.microsoft.com/office/powerpoint/2010/main" val="172210948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30FD700-069E-45B7-99EE-9FD40B196D0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re 1">
            <a:extLst>
              <a:ext uri="{FF2B5EF4-FFF2-40B4-BE49-F238E27FC236}">
                <a16:creationId xmlns:a16="http://schemas.microsoft.com/office/drawing/2014/main" id="{D7F67149-63EC-6604-EED4-F7448C126DE7}"/>
              </a:ext>
            </a:extLst>
          </p:cNvPr>
          <p:cNvSpPr>
            <a:spLocks noGrp="1"/>
          </p:cNvSpPr>
          <p:nvPr>
            <p:ph type="ctrTitle"/>
          </p:nvPr>
        </p:nvSpPr>
        <p:spPr>
          <a:xfrm>
            <a:off x="2895600" y="764373"/>
            <a:ext cx="8610600" cy="1293028"/>
          </a:xfrm>
        </p:spPr>
        <p:txBody>
          <a:bodyPr vert="horz" lIns="91440" tIns="45720" rIns="91440" bIns="45720" rtlCol="0" anchor="ctr">
            <a:normAutofit/>
          </a:bodyPr>
          <a:lstStyle/>
          <a:p>
            <a:pPr algn="r"/>
            <a:r>
              <a:rPr lang="en-US" sz="4000" dirty="0"/>
              <a:t>Event Flow Planner</a:t>
            </a:r>
          </a:p>
        </p:txBody>
      </p:sp>
      <p:sp>
        <p:nvSpPr>
          <p:cNvPr id="3" name="Sous-titre 2">
            <a:extLst>
              <a:ext uri="{FF2B5EF4-FFF2-40B4-BE49-F238E27FC236}">
                <a16:creationId xmlns:a16="http://schemas.microsoft.com/office/drawing/2014/main" id="{DA7F0F1F-CC41-1573-34DE-B0CCB0669BEF}"/>
              </a:ext>
            </a:extLst>
          </p:cNvPr>
          <p:cNvSpPr>
            <a:spLocks/>
          </p:cNvSpPr>
          <p:nvPr/>
        </p:nvSpPr>
        <p:spPr>
          <a:xfrm>
            <a:off x="908213" y="2189538"/>
            <a:ext cx="9376430" cy="478198"/>
          </a:xfrm>
          <a:prstGeom prst="rect">
            <a:avLst/>
          </a:prstGeom>
        </p:spPr>
        <p:txBody>
          <a:bodyPr/>
          <a:lstStyle/>
          <a:p>
            <a:pPr defTabSz="466344">
              <a:spcAft>
                <a:spcPts val="600"/>
              </a:spcAft>
            </a:pPr>
            <a:r>
              <a:rPr lang="en-CA" sz="1836" kern="1200" dirty="0" err="1">
                <a:solidFill>
                  <a:schemeClr val="tx1"/>
                </a:solidFill>
                <a:latin typeface="+mn-lt"/>
                <a:ea typeface="+mn-ea"/>
                <a:cs typeface="+mn-cs"/>
              </a:rPr>
              <a:t>L’objectif</a:t>
            </a:r>
            <a:endParaRPr lang="en-US" dirty="0"/>
          </a:p>
        </p:txBody>
      </p:sp>
      <p:sp>
        <p:nvSpPr>
          <p:cNvPr id="4" name="ZoneTexte 3">
            <a:extLst>
              <a:ext uri="{FF2B5EF4-FFF2-40B4-BE49-F238E27FC236}">
                <a16:creationId xmlns:a16="http://schemas.microsoft.com/office/drawing/2014/main" id="{EFFFF52A-EEB4-041C-BEDB-A6DECD34ED2C}"/>
              </a:ext>
            </a:extLst>
          </p:cNvPr>
          <p:cNvSpPr txBox="1"/>
          <p:nvPr/>
        </p:nvSpPr>
        <p:spPr>
          <a:xfrm>
            <a:off x="685800" y="2923638"/>
            <a:ext cx="10820400" cy="1514880"/>
          </a:xfrm>
          <a:prstGeom prst="rect">
            <a:avLst/>
          </a:prstGeom>
          <a:noFill/>
        </p:spPr>
        <p:txBody>
          <a:bodyPr wrap="square" rtlCol="0">
            <a:spAutoFit/>
          </a:bodyPr>
          <a:lstStyle/>
          <a:p>
            <a:pPr defTabSz="466344">
              <a:spcAft>
                <a:spcPts val="600"/>
              </a:spcAft>
            </a:pPr>
            <a:r>
              <a:rPr lang="fr-CA" sz="1836" kern="1200" dirty="0">
                <a:solidFill>
                  <a:schemeClr val="tx1"/>
                </a:solidFill>
                <a:latin typeface="+mn-lt"/>
                <a:ea typeface="+mn-ea"/>
                <a:cs typeface="+mn-cs"/>
              </a:rPr>
              <a:t>Le but de l’application est de permettre de gérer un agenda personnel ou de groupe pour suivre et distribuer des tâches et évènements de façon accessible depuis n’importe quel appareil. Plus tard le but sera de relié les tâches et les évènements autant personnel que de groupe à des alertes SMS pour ne pas oublier ou être en retard. De plus, on voudrait y ajouter un chat en temps réelle pour des discussion privé et des discussion publique comme un forum.</a:t>
            </a:r>
            <a:endParaRPr lang="en-US" dirty="0"/>
          </a:p>
        </p:txBody>
      </p:sp>
    </p:spTree>
    <p:extLst>
      <p:ext uri="{BB962C8B-B14F-4D97-AF65-F5344CB8AC3E}">
        <p14:creationId xmlns:p14="http://schemas.microsoft.com/office/powerpoint/2010/main" val="6627224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347FF6A-CA2E-293A-97C4-65F3F9553D7E}"/>
              </a:ext>
            </a:extLst>
          </p:cNvPr>
          <p:cNvSpPr>
            <a:spLocks noGrp="1"/>
          </p:cNvSpPr>
          <p:nvPr>
            <p:ph type="title"/>
          </p:nvPr>
        </p:nvSpPr>
        <p:spPr>
          <a:xfrm>
            <a:off x="2895600" y="764373"/>
            <a:ext cx="8610600" cy="1293028"/>
          </a:xfrm>
        </p:spPr>
        <p:txBody>
          <a:bodyPr>
            <a:normAutofit/>
          </a:bodyPr>
          <a:lstStyle/>
          <a:p>
            <a:r>
              <a:rPr lang="en-CA" dirty="0"/>
              <a:t>Les technologies utilis</a:t>
            </a:r>
            <a:r>
              <a:rPr lang="fr-CA" dirty="0" err="1"/>
              <a:t>ées</a:t>
            </a:r>
            <a:endParaRPr lang="en-US"/>
          </a:p>
        </p:txBody>
      </p:sp>
      <p:graphicFrame>
        <p:nvGraphicFramePr>
          <p:cNvPr id="5" name="Espace réservé du contenu 2">
            <a:extLst>
              <a:ext uri="{FF2B5EF4-FFF2-40B4-BE49-F238E27FC236}">
                <a16:creationId xmlns:a16="http://schemas.microsoft.com/office/drawing/2014/main" id="{91683C87-46B4-D588-D1E6-C50678C89B2A}"/>
              </a:ext>
            </a:extLst>
          </p:cNvPr>
          <p:cNvGraphicFramePr>
            <a:graphicFrameLocks noGrp="1"/>
          </p:cNvGraphicFramePr>
          <p:nvPr>
            <p:ph idx="1"/>
            <p:extLst>
              <p:ext uri="{D42A27DB-BD31-4B8C-83A1-F6EECF244321}">
                <p14:modId xmlns:p14="http://schemas.microsoft.com/office/powerpoint/2010/main" val="236472276"/>
              </p:ext>
            </p:extLst>
          </p:nvPr>
        </p:nvGraphicFramePr>
        <p:xfrm>
          <a:off x="685800" y="2441051"/>
          <a:ext cx="10820400" cy="35300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912489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38C3EA-1F92-36CB-511C-828088B110BE}"/>
              </a:ext>
            </a:extLst>
          </p:cNvPr>
          <p:cNvSpPr>
            <a:spLocks noGrp="1"/>
          </p:cNvSpPr>
          <p:nvPr>
            <p:ph type="title"/>
          </p:nvPr>
        </p:nvSpPr>
        <p:spPr>
          <a:xfrm>
            <a:off x="2895600" y="764373"/>
            <a:ext cx="8610600" cy="1293028"/>
          </a:xfrm>
        </p:spPr>
        <p:txBody>
          <a:bodyPr>
            <a:normAutofit/>
          </a:bodyPr>
          <a:lstStyle/>
          <a:p>
            <a:r>
              <a:rPr lang="fr-CA" dirty="0"/>
              <a:t>Que </a:t>
            </a:r>
            <a:r>
              <a:rPr lang="fr-CA" dirty="0" err="1"/>
              <a:t>Event</a:t>
            </a:r>
            <a:r>
              <a:rPr lang="fr-CA" dirty="0"/>
              <a:t> Flow Planner permet de faire ?</a:t>
            </a:r>
            <a:endParaRPr lang="en-US" dirty="0"/>
          </a:p>
        </p:txBody>
      </p:sp>
      <p:graphicFrame>
        <p:nvGraphicFramePr>
          <p:cNvPr id="7" name="Espace réservé du contenu 2">
            <a:extLst>
              <a:ext uri="{FF2B5EF4-FFF2-40B4-BE49-F238E27FC236}">
                <a16:creationId xmlns:a16="http://schemas.microsoft.com/office/drawing/2014/main" id="{CD9FCB39-4576-2C90-A4E3-A2EAFEF17E5D}"/>
              </a:ext>
            </a:extLst>
          </p:cNvPr>
          <p:cNvGraphicFramePr>
            <a:graphicFrameLocks noGrp="1"/>
          </p:cNvGraphicFramePr>
          <p:nvPr>
            <p:ph idx="1"/>
            <p:extLst>
              <p:ext uri="{D42A27DB-BD31-4B8C-83A1-F6EECF244321}">
                <p14:modId xmlns:p14="http://schemas.microsoft.com/office/powerpoint/2010/main" val="79994553"/>
              </p:ext>
            </p:extLst>
          </p:nvPr>
        </p:nvGraphicFramePr>
        <p:xfrm>
          <a:off x="685800" y="2441051"/>
          <a:ext cx="10820400" cy="35300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671885"/>
      </p:ext>
    </p:extLst>
  </p:cSld>
  <p:clrMapOvr>
    <a:masterClrMapping/>
  </p:clrMapOvr>
</p:sld>
</file>

<file path=ppt/theme/theme1.xml><?xml version="1.0" encoding="utf-8"?>
<a:theme xmlns:a="http://schemas.openxmlformats.org/drawingml/2006/main" name="Traînée de condensation">
  <a:themeElements>
    <a:clrScheme name="Traînée de condensation">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Traînée de condensation">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raînée de condensation">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docProps/app.xml><?xml version="1.0" encoding="utf-8"?>
<Properties xmlns="http://schemas.openxmlformats.org/officeDocument/2006/extended-properties" xmlns:vt="http://schemas.openxmlformats.org/officeDocument/2006/docPropsVTypes">
  <Template>TM04033937[[fn=Traînée de condensation]]</Template>
  <TotalTime>11</TotalTime>
  <Words>134</Words>
  <Application>Microsoft Office PowerPoint</Application>
  <PresentationFormat>Grand écran</PresentationFormat>
  <Paragraphs>15</Paragraphs>
  <Slides>3</Slides>
  <Notes>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3</vt:i4>
      </vt:variant>
    </vt:vector>
  </HeadingPairs>
  <TitlesOfParts>
    <vt:vector size="6" baseType="lpstr">
      <vt:lpstr>Arial</vt:lpstr>
      <vt:lpstr>Century Gothic</vt:lpstr>
      <vt:lpstr>Traînée de condensation</vt:lpstr>
      <vt:lpstr>Event Flow Planner</vt:lpstr>
      <vt:lpstr>Les technologies utilisées</vt:lpstr>
      <vt:lpstr>Que Event Flow Planner permet de faire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Flow Planner</dc:title>
  <dc:creator>Archambault-Bouffard Christopher-William</dc:creator>
  <cp:lastModifiedBy>Archambault-Bouffard Christopher-William</cp:lastModifiedBy>
  <cp:revision>3</cp:revision>
  <dcterms:created xsi:type="dcterms:W3CDTF">2024-05-09T14:26:24Z</dcterms:created>
  <dcterms:modified xsi:type="dcterms:W3CDTF">2024-05-09T19:40:58Z</dcterms:modified>
</cp:coreProperties>
</file>