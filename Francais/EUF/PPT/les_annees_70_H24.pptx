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comments/comment6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3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 B" initials="MB" lastIdx="6" clrIdx="0">
    <p:extLst>
      <p:ext uri="{19B8F6BF-5375-455C-9EA6-DF929625EA0E}">
        <p15:presenceInfo xmlns:p15="http://schemas.microsoft.com/office/powerpoint/2012/main" userId="M B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5846"/>
  </p:normalViewPr>
  <p:slideViewPr>
    <p:cSldViewPr snapToGrid="0" snapToObjects="1">
      <p:cViewPr varScale="1">
        <p:scale>
          <a:sx n="110" d="100"/>
          <a:sy n="110" d="100"/>
        </p:scale>
        <p:origin x="6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9-18T16:35:00.123" idx="1">
    <p:pos x="3791" y="1417"/>
    <p:text>Tableau de Suzelle Levasseur</p:text>
    <p:extLst>
      <p:ext uri="{C676402C-5697-4E1C-873F-D02D1690AC5C}">
        <p15:threadingInfo xmlns:p15="http://schemas.microsoft.com/office/powerpoint/2012/main" timeZoneBias="24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9-18T16:37:12.225" idx="2">
    <p:pos x="3480" y="1417"/>
    <p:text>Tableau de Geneviève Cadieux</p:text>
    <p:extLst>
      <p:ext uri="{C676402C-5697-4E1C-873F-D02D1690AC5C}">
        <p15:threadingInfo xmlns:p15="http://schemas.microsoft.com/office/powerpoint/2012/main" timeZoneBias="240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9-18T16:39:32.515" idx="3">
    <p:pos x="3497" y="1417"/>
    <p:text/>
    <p:extLst>
      <p:ext uri="{C676402C-5697-4E1C-873F-D02D1690AC5C}">
        <p15:threadingInfo xmlns:p15="http://schemas.microsoft.com/office/powerpoint/2012/main" timeZoneBias="240"/>
      </p:ext>
    </p:extLs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9-23T15:08:40.368" idx="4">
    <p:pos x="6959" y="1519"/>
    <p:text>Tableau de Normand Hudon</p:text>
    <p:extLst>
      <p:ext uri="{C676402C-5697-4E1C-873F-D02D1690AC5C}">
        <p15:threadingInfo xmlns:p15="http://schemas.microsoft.com/office/powerpoint/2012/main" timeZoneBias="240"/>
      </p:ext>
    </p:extLs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9-23T15:09:42.156" idx="5">
    <p:pos x="3636" y="1417"/>
    <p:text>Tableau de Joseph Giunta</p:text>
    <p:extLst>
      <p:ext uri="{C676402C-5697-4E1C-873F-D02D1690AC5C}">
        <p15:threadingInfo xmlns:p15="http://schemas.microsoft.com/office/powerpoint/2012/main" timeZoneBias="240"/>
      </p:ext>
    </p:extLs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9-23T15:10:37.792" idx="6">
    <p:pos x="6269" y="1417"/>
    <p:text>Tableau d'Irène Chiasson</p:text>
    <p:extLst>
      <p:ext uri="{C676402C-5697-4E1C-873F-D02D1690AC5C}">
        <p15:threadingInfo xmlns:p15="http://schemas.microsoft.com/office/powerpoint/2012/main" timeZoneBias="24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75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4/29/24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5788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4/29/24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7295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4/29/24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5253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4/29/24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0008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4/29/24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030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4/29/24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2076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4/29/24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336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4/29/24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9747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4/29/24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4065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4/29/24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105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4/29/24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84633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4/29/24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269660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4/29/24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6933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4/29/24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35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4/29/24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0105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4/29/24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1337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4/29/24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7960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4/29/24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3532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  <p:sldLayoutId id="2147483843" r:id="rId12"/>
    <p:sldLayoutId id="2147483844" r:id="rId13"/>
    <p:sldLayoutId id="2147483845" r:id="rId14"/>
    <p:sldLayoutId id="2147483846" r:id="rId15"/>
    <p:sldLayoutId id="2147483847" r:id="rId16"/>
    <p:sldLayoutId id="2147483848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2.xml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3.xm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4.xml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5.xml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6.xml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82C7BB-C2EF-B54B-BA72-DC2E703BED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Les années 70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EF92C5D-1628-7C4C-BFF7-41CD2C24C9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de la crise d’octobre au référendum</a:t>
            </a:r>
          </a:p>
        </p:txBody>
      </p:sp>
    </p:spTree>
    <p:extLst>
      <p:ext uri="{BB962C8B-B14F-4D97-AF65-F5344CB8AC3E}">
        <p14:creationId xmlns:p14="http://schemas.microsoft.com/office/powerpoint/2010/main" val="740986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363"/>
    </mc:Choice>
    <mc:Fallback xmlns="">
      <p:transition spd="slow" advTm="5363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CC5647-C31A-0941-AEAF-DD8020B92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années 70</a:t>
            </a:r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95FCD0B7-4CD0-8D41-85DF-901FD84670E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143649" y="2249488"/>
            <a:ext cx="4873915" cy="3541712"/>
          </a:xfrm>
        </p:spPr>
      </p:pic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DE707FF3-CF84-454E-945C-0AA8BCF8D7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5783580" cy="3808414"/>
          </a:xfrm>
        </p:spPr>
        <p:txBody>
          <a:bodyPr>
            <a:normAutofit fontScale="70000" lnSpcReduction="20000"/>
          </a:bodyPr>
          <a:lstStyle/>
          <a:p>
            <a:r>
              <a:rPr lang="fr-FR" sz="3100" b="1" dirty="0"/>
              <a:t>Des années troubles</a:t>
            </a:r>
          </a:p>
          <a:p>
            <a:pPr lvl="1"/>
            <a:endParaRPr lang="fr-FR" sz="3100" dirty="0"/>
          </a:p>
          <a:p>
            <a:pPr lvl="2"/>
            <a:r>
              <a:rPr lang="fr-FR" sz="3100" dirty="0"/>
              <a:t>Clivage entre la ville et la campagne;</a:t>
            </a:r>
          </a:p>
          <a:p>
            <a:pPr lvl="2"/>
            <a:r>
              <a:rPr lang="fr-FR" sz="3100" dirty="0"/>
              <a:t>Radicalisation de certains milieux progressifs;</a:t>
            </a:r>
          </a:p>
          <a:p>
            <a:pPr lvl="2"/>
            <a:r>
              <a:rPr lang="fr-FR" sz="3100" dirty="0"/>
              <a:t>Émeute du défilé de la Saint-Jean (1968)</a:t>
            </a:r>
          </a:p>
          <a:p>
            <a:pPr marL="914400" lvl="2" indent="0">
              <a:buNone/>
            </a:pPr>
            <a:endParaRPr lang="fr-FR" sz="3000" dirty="0"/>
          </a:p>
          <a:p>
            <a:pPr marL="914400" lvl="2" indent="0">
              <a:buNone/>
            </a:pPr>
            <a:r>
              <a:rPr lang="fr-FR" dirty="0"/>
              <a:t>⚀ radicaliser: durcir.</a:t>
            </a:r>
          </a:p>
          <a:p>
            <a:pPr marL="914400" lvl="2" indent="0">
              <a:buNone/>
            </a:pPr>
            <a:r>
              <a:rPr lang="fr-FR" dirty="0"/>
              <a:t>⚁ affront: insulte faite dans le but d’humilier quelqu’un.</a:t>
            </a:r>
          </a:p>
        </p:txBody>
      </p:sp>
    </p:spTree>
    <p:extLst>
      <p:ext uri="{BB962C8B-B14F-4D97-AF65-F5344CB8AC3E}">
        <p14:creationId xmlns:p14="http://schemas.microsoft.com/office/powerpoint/2010/main" val="1513860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9330"/>
    </mc:Choice>
    <mc:Fallback xmlns="">
      <p:transition spd="slow" advTm="15933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CC5647-C31A-0941-AEAF-DD8020B92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les années 70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B23673B-D3C3-404E-96E2-A2AF0A95AF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Daniel </a:t>
            </a:r>
            <a:r>
              <a:rPr lang="fr-FR" dirty="0" err="1"/>
              <a:t>johnson</a:t>
            </a:r>
            <a:endParaRPr lang="fr-FR" dirty="0"/>
          </a:p>
        </p:txBody>
      </p:sp>
      <p:pic>
        <p:nvPicPr>
          <p:cNvPr id="9" name="Espace réservé du contenu 8">
            <a:extLst>
              <a:ext uri="{FF2B5EF4-FFF2-40B4-BE49-F238E27FC236}">
                <a16:creationId xmlns:a16="http://schemas.microsoft.com/office/drawing/2014/main" id="{E58B47C1-C334-1F42-BC5C-17B011284E9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457646" y="3073400"/>
            <a:ext cx="4245921" cy="2717800"/>
          </a:xfrm>
        </p:spPr>
      </p:pic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5ACBB7BD-2C5F-AF45-BE8E-4EFBE28CEF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fr-FR" dirty="0"/>
              <a:t>pierre </a:t>
            </a:r>
            <a:r>
              <a:rPr lang="fr-FR" dirty="0" err="1"/>
              <a:t>elliott</a:t>
            </a:r>
            <a:r>
              <a:rPr lang="fr-FR" dirty="0"/>
              <a:t> </a:t>
            </a:r>
            <a:r>
              <a:rPr lang="fr-FR" dirty="0" err="1"/>
              <a:t>trudeau</a:t>
            </a:r>
            <a:endParaRPr lang="fr-FR" dirty="0"/>
          </a:p>
        </p:txBody>
      </p:sp>
      <p:pic>
        <p:nvPicPr>
          <p:cNvPr id="11" name="Espace réservé du contenu 10">
            <a:extLst>
              <a:ext uri="{FF2B5EF4-FFF2-40B4-BE49-F238E27FC236}">
                <a16:creationId xmlns:a16="http://schemas.microsoft.com/office/drawing/2014/main" id="{3A486204-77EB-CA40-8062-1B63235ED293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193984" y="3073400"/>
            <a:ext cx="4831644" cy="2717800"/>
          </a:xfrm>
        </p:spPr>
      </p:pic>
    </p:spTree>
    <p:extLst>
      <p:ext uri="{BB962C8B-B14F-4D97-AF65-F5344CB8AC3E}">
        <p14:creationId xmlns:p14="http://schemas.microsoft.com/office/powerpoint/2010/main" val="2127277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1176"/>
    </mc:Choice>
    <mc:Fallback xmlns="">
      <p:transition spd="slow" advTm="61176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CC5647-C31A-0941-AEAF-DD8020B92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les années 70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7C1AF78-67B6-FD46-B520-EA96C7525E9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fr-FR" sz="2800" dirty="0"/>
              <a:t>La Crise d’octobre</a:t>
            </a:r>
          </a:p>
          <a:p>
            <a:pPr marL="0" indent="0">
              <a:buNone/>
            </a:pPr>
            <a:endParaRPr lang="fr-FR" sz="2800" dirty="0"/>
          </a:p>
          <a:p>
            <a:pPr lvl="1"/>
            <a:r>
              <a:rPr lang="fr-FR" sz="2800" dirty="0"/>
              <a:t>RIN ---} FLQ</a:t>
            </a:r>
          </a:p>
          <a:p>
            <a:pPr lvl="1"/>
            <a:r>
              <a:rPr lang="fr-FR" sz="2800" dirty="0"/>
              <a:t>Enlèvement de James Cross</a:t>
            </a:r>
          </a:p>
          <a:p>
            <a:pPr lvl="1"/>
            <a:r>
              <a:rPr lang="fr-FR" sz="2800" dirty="0"/>
              <a:t>Enlèvement et mort de Pierre Laporte</a:t>
            </a:r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CC87CDB7-63AA-5D4C-B96F-FA07266DCBE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323806" y="2305844"/>
            <a:ext cx="4572000" cy="3429000"/>
          </a:xfrm>
        </p:spPr>
      </p:pic>
    </p:spTree>
    <p:extLst>
      <p:ext uri="{BB962C8B-B14F-4D97-AF65-F5344CB8AC3E}">
        <p14:creationId xmlns:p14="http://schemas.microsoft.com/office/powerpoint/2010/main" val="1173485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4942"/>
    </mc:Choice>
    <mc:Fallback xmlns="">
      <p:transition spd="slow" advTm="154942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CC5647-C31A-0941-AEAF-DD8020B92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les années 70</a:t>
            </a:r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1E953BAA-0D0F-5544-9CBB-8A0088794F3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636490" y="2249488"/>
            <a:ext cx="3888232" cy="3541712"/>
          </a:xfrm>
        </p:spPr>
      </p:pic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FC70E1F5-5072-5648-BDF3-BA81C66B53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5623560" cy="3979864"/>
          </a:xfrm>
        </p:spPr>
        <p:txBody>
          <a:bodyPr>
            <a:noAutofit/>
          </a:bodyPr>
          <a:lstStyle/>
          <a:p>
            <a:r>
              <a:rPr lang="fr-FR" b="1" dirty="0"/>
              <a:t>Une société sous tension</a:t>
            </a:r>
          </a:p>
          <a:p>
            <a:endParaRPr lang="fr-FR" dirty="0"/>
          </a:p>
          <a:p>
            <a:pPr lvl="1"/>
            <a:r>
              <a:rPr lang="fr-FR" sz="2400" dirty="0"/>
              <a:t>Durcissement des rapports sociaux;</a:t>
            </a:r>
          </a:p>
          <a:p>
            <a:pPr lvl="1"/>
            <a:r>
              <a:rPr lang="fr-FR" sz="2400" dirty="0"/>
              <a:t>Affrontements de l’État avec les syndicats;</a:t>
            </a:r>
          </a:p>
          <a:p>
            <a:pPr lvl="1"/>
            <a:r>
              <a:rPr lang="fr-FR" sz="2400" dirty="0"/>
              <a:t>Élection du Parti québécois (1976)</a:t>
            </a:r>
          </a:p>
        </p:txBody>
      </p:sp>
    </p:spTree>
    <p:extLst>
      <p:ext uri="{BB962C8B-B14F-4D97-AF65-F5344CB8AC3E}">
        <p14:creationId xmlns:p14="http://schemas.microsoft.com/office/powerpoint/2010/main" val="2045863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2547"/>
    </mc:Choice>
    <mc:Fallback xmlns="">
      <p:transition spd="slow" advTm="102547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CC5647-C31A-0941-AEAF-DD8020B92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les années 70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DB06E7C5-9F24-ED4F-8C38-89A88C25CA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71850" y="2032769"/>
            <a:ext cx="5154930" cy="3763295"/>
          </a:xfrm>
        </p:spPr>
      </p:pic>
    </p:spTree>
    <p:extLst>
      <p:ext uri="{BB962C8B-B14F-4D97-AF65-F5344CB8AC3E}">
        <p14:creationId xmlns:p14="http://schemas.microsoft.com/office/powerpoint/2010/main" val="2560125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1254"/>
    </mc:Choice>
    <mc:Fallback xmlns="">
      <p:transition spd="slow" advTm="91254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CC5647-C31A-0941-AEAF-DD8020B92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les années 70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4EDF4D0-1100-E34C-9006-459510F4925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fr-FR" b="1" dirty="0"/>
              <a:t>La situation des femmes</a:t>
            </a:r>
          </a:p>
          <a:p>
            <a:endParaRPr lang="fr-FR" dirty="0"/>
          </a:p>
          <a:p>
            <a:pPr lvl="1"/>
            <a:r>
              <a:rPr lang="fr-FR" sz="2400" dirty="0"/>
              <a:t>Moins d’enfants;</a:t>
            </a:r>
          </a:p>
          <a:p>
            <a:pPr lvl="1"/>
            <a:r>
              <a:rPr lang="fr-FR" sz="2400" dirty="0"/>
              <a:t>Vont à l’école plus longtemps;</a:t>
            </a:r>
          </a:p>
          <a:p>
            <a:pPr lvl="1"/>
            <a:r>
              <a:rPr lang="fr-FR" sz="2400" dirty="0"/>
              <a:t>Sont plus sur le marché du travail.</a:t>
            </a:r>
          </a:p>
          <a:p>
            <a:pPr lvl="1"/>
            <a:r>
              <a:rPr lang="fr-FR" sz="2400" dirty="0"/>
              <a:t>Deuxième vague du féminisme.</a:t>
            </a:r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CDD3C274-6CEE-B148-9AF1-599640EB389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2264506"/>
            <a:ext cx="4875213" cy="3511676"/>
          </a:xfrm>
        </p:spPr>
      </p:pic>
    </p:spTree>
    <p:extLst>
      <p:ext uri="{BB962C8B-B14F-4D97-AF65-F5344CB8AC3E}">
        <p14:creationId xmlns:p14="http://schemas.microsoft.com/office/powerpoint/2010/main" val="2174137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1526"/>
    </mc:Choice>
    <mc:Fallback xmlns="">
      <p:transition spd="slow" advTm="171526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CC5647-C31A-0941-AEAF-DD8020B92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années 70</a:t>
            </a:r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349CF94A-619B-FA41-BB52-F48EAFCF177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610215" y="2249486"/>
            <a:ext cx="3940780" cy="3541714"/>
          </a:xfrm>
        </p:spPr>
      </p:pic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FF4F78ED-8172-2141-8622-7FE50074B9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5657850" cy="3541714"/>
          </a:xfrm>
        </p:spPr>
        <p:txBody>
          <a:bodyPr>
            <a:normAutofit/>
          </a:bodyPr>
          <a:lstStyle/>
          <a:p>
            <a:r>
              <a:rPr lang="fr-FR" sz="3200" b="1" dirty="0"/>
              <a:t>La littérature</a:t>
            </a:r>
          </a:p>
          <a:p>
            <a:endParaRPr lang="fr-FR" sz="3200" dirty="0"/>
          </a:p>
          <a:p>
            <a:pPr lvl="1"/>
            <a:r>
              <a:rPr lang="fr-FR" sz="3200" dirty="0"/>
              <a:t>Rôle de l’éducation;</a:t>
            </a:r>
          </a:p>
          <a:p>
            <a:pPr lvl="1"/>
            <a:r>
              <a:rPr lang="fr-FR" sz="3200" dirty="0"/>
              <a:t>Fascination pour l’Amérique;</a:t>
            </a:r>
          </a:p>
          <a:p>
            <a:pPr lvl="1"/>
            <a:r>
              <a:rPr lang="fr-FR" sz="3200" dirty="0"/>
              <a:t>Influence du féminisme.</a:t>
            </a:r>
          </a:p>
        </p:txBody>
      </p:sp>
    </p:spTree>
    <p:extLst>
      <p:ext uri="{BB962C8B-B14F-4D97-AF65-F5344CB8AC3E}">
        <p14:creationId xmlns:p14="http://schemas.microsoft.com/office/powerpoint/2010/main" val="3488909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1307"/>
    </mc:Choice>
    <mc:Fallback xmlns="">
      <p:transition spd="slow" advTm="191307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F9B1C4-689E-CA46-A83E-53B43879C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années 70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114AC65-AC10-774C-ADFB-6BA688A3BF3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fr-FR" sz="2800" b="1" dirty="0"/>
              <a:t>La poésie</a:t>
            </a:r>
            <a:endParaRPr lang="fr-FR" sz="2800" dirty="0"/>
          </a:p>
          <a:p>
            <a:endParaRPr lang="fr-FR" sz="2800" b="1" dirty="0"/>
          </a:p>
          <a:p>
            <a:pPr lvl="1"/>
            <a:r>
              <a:rPr lang="fr-FR" sz="2800" dirty="0"/>
              <a:t>La Nuit de la poésie (mars 1970)</a:t>
            </a:r>
          </a:p>
          <a:p>
            <a:pPr lvl="1"/>
            <a:r>
              <a:rPr lang="fr-FR" sz="2800" dirty="0"/>
              <a:t>Provocatrice plutôt que revendicatrice.</a:t>
            </a:r>
          </a:p>
          <a:p>
            <a:pPr lvl="1"/>
            <a:endParaRPr lang="fr-FR" b="1" dirty="0"/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DD0C58E1-946E-AE44-B20D-092C6A8F17E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2411730"/>
            <a:ext cx="4875213" cy="3108959"/>
          </a:xfrm>
        </p:spPr>
      </p:pic>
    </p:spTree>
    <p:extLst>
      <p:ext uri="{BB962C8B-B14F-4D97-AF65-F5344CB8AC3E}">
        <p14:creationId xmlns:p14="http://schemas.microsoft.com/office/powerpoint/2010/main" val="1606611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1362"/>
    </mc:Choice>
    <mc:Fallback xmlns="">
      <p:transition spd="slow" advTm="61362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71EE80-BF29-F143-B4A6-95C662948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années 70</a:t>
            </a:r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7DF71425-EEEA-9344-B11C-760AD028FD6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388899" y="2249488"/>
            <a:ext cx="4383415" cy="3541712"/>
          </a:xfrm>
        </p:spPr>
      </p:pic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4B705AB-3749-3F46-AF5D-50A2423BCD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5614988" cy="3937002"/>
          </a:xfrm>
        </p:spPr>
        <p:txBody>
          <a:bodyPr>
            <a:noAutofit/>
          </a:bodyPr>
          <a:lstStyle/>
          <a:p>
            <a:r>
              <a:rPr lang="fr-FR" sz="2800" b="1" dirty="0"/>
              <a:t>Le roman</a:t>
            </a:r>
            <a:endParaRPr lang="fr-FR" sz="2800" dirty="0"/>
          </a:p>
          <a:p>
            <a:endParaRPr lang="fr-FR" sz="2800" b="1" dirty="0"/>
          </a:p>
          <a:p>
            <a:pPr lvl="1"/>
            <a:r>
              <a:rPr lang="fr-FR" sz="2800" dirty="0"/>
              <a:t>Violence dans les œuvres;</a:t>
            </a:r>
          </a:p>
          <a:p>
            <a:pPr lvl="1"/>
            <a:r>
              <a:rPr lang="fr-FR" sz="2800" dirty="0"/>
              <a:t>Les grands succès sont écrits par des figures déjà connues;</a:t>
            </a:r>
          </a:p>
          <a:p>
            <a:pPr lvl="1"/>
            <a:r>
              <a:rPr lang="fr-FR" sz="2800" dirty="0"/>
              <a:t>Le joual perd de son éclat.</a:t>
            </a:r>
          </a:p>
        </p:txBody>
      </p:sp>
    </p:spTree>
    <p:extLst>
      <p:ext uri="{BB962C8B-B14F-4D97-AF65-F5344CB8AC3E}">
        <p14:creationId xmlns:p14="http://schemas.microsoft.com/office/powerpoint/2010/main" val="1681678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3390"/>
    </mc:Choice>
    <mc:Fallback xmlns="">
      <p:transition spd="slow" advTm="7339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FD2B54-DCE1-AD4E-B4CE-5697DA01B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années 70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C7DFAC3-8939-A14A-BF3F-4C0A33975CB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fr-FR" sz="2800" b="1" dirty="0"/>
              <a:t>Le théâtre</a:t>
            </a:r>
          </a:p>
          <a:p>
            <a:endParaRPr lang="fr-FR" sz="2800" b="1" dirty="0"/>
          </a:p>
          <a:p>
            <a:pPr lvl="1"/>
            <a:r>
              <a:rPr lang="fr-FR" sz="2800" dirty="0"/>
              <a:t>Effervescence du théâtre;</a:t>
            </a:r>
          </a:p>
          <a:p>
            <a:pPr lvl="1"/>
            <a:r>
              <a:rPr lang="fr-FR" sz="2800" dirty="0"/>
              <a:t>Démocratisation;</a:t>
            </a:r>
          </a:p>
          <a:p>
            <a:pPr lvl="1"/>
            <a:r>
              <a:rPr lang="fr-FR" sz="2800" dirty="0"/>
              <a:t>Créations collectives.</a:t>
            </a:r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22BE4446-E381-AA4A-82F3-1DD98DFE069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943726" y="2249488"/>
            <a:ext cx="3486150" cy="3541712"/>
          </a:xfrm>
        </p:spPr>
      </p:pic>
    </p:spTree>
    <p:extLst>
      <p:ext uri="{BB962C8B-B14F-4D97-AF65-F5344CB8AC3E}">
        <p14:creationId xmlns:p14="http://schemas.microsoft.com/office/powerpoint/2010/main" val="3247552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080"/>
    </mc:Choice>
    <mc:Fallback xmlns="">
      <p:transition spd="slow" advTm="116080"/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8D1E14"/>
      </a:dk2>
      <a:lt2>
        <a:srgbClr val="FF744E"/>
      </a:lt2>
      <a:accent1>
        <a:srgbClr val="E9B758"/>
      </a:accent1>
      <a:accent2>
        <a:srgbClr val="FE8943"/>
      </a:accent2>
      <a:accent3>
        <a:srgbClr val="AEA27C"/>
      </a:accent3>
      <a:accent4>
        <a:srgbClr val="90B46E"/>
      </a:accent4>
      <a:accent5>
        <a:srgbClr val="71AEC1"/>
      </a:accent5>
      <a:accent6>
        <a:srgbClr val="C98DE7"/>
      </a:accent6>
      <a:hlink>
        <a:srgbClr val="FF7A22"/>
      </a:hlink>
      <a:folHlink>
        <a:srgbClr val="FDCD86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88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2000"/>
                <a:satMod val="150000"/>
                <a:lumMod val="15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971C58-AB76-4A2A-B231-5F8CA03CF49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{0CC1AA30-30A0-0445-BA8A-A95D6753C1FF}tf10001122</Template>
  <TotalTime>66</TotalTime>
  <Words>217</Words>
  <Application>Microsoft Macintosh PowerPoint</Application>
  <PresentationFormat>Grand écran</PresentationFormat>
  <Paragraphs>57</Paragraphs>
  <Slides>11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4" baseType="lpstr">
      <vt:lpstr>Arial</vt:lpstr>
      <vt:lpstr>Tw Cen MT</vt:lpstr>
      <vt:lpstr>Circuit</vt:lpstr>
      <vt:lpstr>Les années 70</vt:lpstr>
      <vt:lpstr>les années 70</vt:lpstr>
      <vt:lpstr>les années 70</vt:lpstr>
      <vt:lpstr>les années 70</vt:lpstr>
      <vt:lpstr>les années 70</vt:lpstr>
      <vt:lpstr>les années 70</vt:lpstr>
      <vt:lpstr>les années 70</vt:lpstr>
      <vt:lpstr>les années 70</vt:lpstr>
      <vt:lpstr>les années 70</vt:lpstr>
      <vt:lpstr>les années 70</vt:lpstr>
      <vt:lpstr>les années 70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 années 70</dc:title>
  <dc:creator>M B</dc:creator>
  <cp:lastModifiedBy>M B</cp:lastModifiedBy>
  <cp:revision>13</cp:revision>
  <dcterms:created xsi:type="dcterms:W3CDTF">2020-08-23T14:35:09Z</dcterms:created>
  <dcterms:modified xsi:type="dcterms:W3CDTF">2024-04-29T14:06:45Z</dcterms:modified>
</cp:coreProperties>
</file>